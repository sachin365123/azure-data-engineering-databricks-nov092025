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397" r:id="rId3"/>
    <p:sldId id="258" r:id="rId4"/>
    <p:sldId id="401" r:id="rId5"/>
    <p:sldId id="402" r:id="rId6"/>
    <p:sldId id="403" r:id="rId7"/>
    <p:sldId id="260" r:id="rId8"/>
    <p:sldId id="261" r:id="rId9"/>
    <p:sldId id="398" r:id="rId10"/>
    <p:sldId id="262" r:id="rId11"/>
    <p:sldId id="263" r:id="rId12"/>
    <p:sldId id="264" r:id="rId13"/>
    <p:sldId id="385" r:id="rId14"/>
    <p:sldId id="386" r:id="rId15"/>
    <p:sldId id="395" r:id="rId16"/>
    <p:sldId id="399" r:id="rId17"/>
    <p:sldId id="400" r:id="rId18"/>
  </p:sldIdLst>
  <p:sldSz cx="12192000" cy="6858000"/>
  <p:notesSz cx="6858000" cy="9144000"/>
  <p:embeddedFontLst>
    <p:embeddedFont>
      <p:font typeface="Garamond" pitchFamily="18" charset="0"/>
      <p:regular r:id="rId20"/>
      <p:bold r:id="rId21"/>
      <p:italic r:id="rId22"/>
    </p:embeddedFont>
    <p:embeddedFont>
      <p:font typeface="Calibri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1" roundtripDataSignature="AMtx7mhgC230FgkP2/M9wZReZpPeTOSe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CE443E21-E75A-4204-9DBB-734AAEA2DFEF}">
  <a:tblStyle styleId="{CE443E21-E75A-4204-9DBB-734AAEA2DF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518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155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15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5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52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15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898a587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dc898a587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898a587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dc898a587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dc898a5871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dc898a587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dc898a5871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dc898a587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c898a5871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dc898a5871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dc898a5871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c898a5871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dc898a5871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dc898a5871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c898a587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dc898a5871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dc898a5871_0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c898a58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dc898a5871_0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dc898a5871_0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c898a5871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dc898a5871_0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dc898a5871_0_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d96dcf46d7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gd96dcf46d7_2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gd96dcf46d7_2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dc48c913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0" name="Google Shape;830;gdc48c913c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gdc48c913c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d9706c6b7f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1" name="Google Shape;881;gd9706c6b7f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gd9706c6b7f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userDrawn="1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125DA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4" name="Google Shape;24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3707" y="2149168"/>
            <a:ext cx="1402854" cy="14481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4400"/>
              <a:buFont typeface="Garamond"/>
              <a:buNone/>
              <a:defRPr b="1">
                <a:solidFill>
                  <a:srgbClr val="406FBA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6FBA"/>
              </a:buClr>
              <a:buSzPts val="24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6FBA"/>
              </a:buClr>
              <a:buSzPts val="20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6FBA"/>
              </a:buClr>
              <a:buSzPts val="18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6FBA"/>
              </a:buClr>
              <a:buSzPts val="18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2"/>
          <p:cNvSpPr txBox="1">
            <a:spLocks noGrp="1"/>
          </p:cNvSpPr>
          <p:nvPr>
            <p:ph type="sldNum" idx="12"/>
          </p:nvPr>
        </p:nvSpPr>
        <p:spPr>
          <a:xfrm>
            <a:off x="41783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5DA2"/>
              </a:buClr>
              <a:buSzPts val="4400"/>
              <a:buFont typeface="Garamond"/>
              <a:buNone/>
              <a:defRPr b="1">
                <a:solidFill>
                  <a:srgbClr val="125DA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3"/>
          <p:cNvSpPr txBox="1">
            <a:spLocks noGrp="1"/>
          </p:cNvSpPr>
          <p:nvPr>
            <p:ph type="sldNum" idx="12"/>
          </p:nvPr>
        </p:nvSpPr>
        <p:spPr>
          <a:xfrm>
            <a:off x="45085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5DA2"/>
              </a:buClr>
              <a:buSzPts val="4400"/>
              <a:buFont typeface="Garamond"/>
              <a:buNone/>
              <a:defRPr sz="4400" b="1" i="0" u="none" strike="noStrike" cap="none">
                <a:solidFill>
                  <a:srgbClr val="125DA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25DA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25DA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25DA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25DA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25DA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dc898a5871_0_1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BIG DATA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miro.medium.com/v2/resize:fit:1050/1*AnI1UoA6_QDS82I__KBFeA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54995" y="652388"/>
            <a:ext cx="8710434" cy="3484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18457" y="5606143"/>
            <a:ext cx="74240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No of task = No of Processors</a:t>
            </a:r>
            <a:endParaRPr lang="en-US" sz="2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park  Driver flow Stage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192000" cy="6872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park The Definitive Guide In Short — Zhihao's Blo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2628" y="243392"/>
            <a:ext cx="7206192" cy="598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5158" y="0"/>
            <a:ext cx="525104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text, letter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5053" y="113012"/>
            <a:ext cx="4421894" cy="6631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media.licdn.com/dms/image/v2/C5612AQGiBd991rlPDw/article-inline_image-shrink_1000_1488/article-inline_image-shrink_1000_1488/0/1520185381137?e=1743033600&amp;v=beta&amp;t=EkiZk1Hzeeg4hF16Hf1j5A3oRoVnsEWo89XPUJ45WD8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09781" y="0"/>
            <a:ext cx="904679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ask dependencies example diagram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645" y="519369"/>
            <a:ext cx="4848411" cy="370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Task dependencies example flow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60097" y="669023"/>
            <a:ext cx="4946645" cy="3717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media.licdn.com/dms/image/v2/C5612AQFbtxz8-SDZDA/article-inline_image-shrink_400_744/article-inline_image-shrink_400_744/0/1520147917800?e=1743033600&amp;v=beta&amp;t=PGyE8ac4aqmTngP_vYwpN13PcGgtWZGiX18w0rXNTxY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3588" y="771161"/>
            <a:ext cx="5989184" cy="4421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media.licdn.com/dms/image/v2/C5612AQFwJpHPgvdwLg/article-inline_image-shrink_1000_1488/article-inline_image-shrink_1000_1488/0/1520140776289?e=1743033600&amp;v=beta&amp;t=47shS6yPgAd_DIUuHzUO6_d4wwWSpWqwQd3TFFGxsQA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25586"/>
            <a:ext cx="12192000" cy="5046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park Stage 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962" y="386033"/>
            <a:ext cx="9865438" cy="5590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d96dcf46d7_2_4"/>
          <p:cNvSpPr/>
          <p:nvPr/>
        </p:nvSpPr>
        <p:spPr>
          <a:xfrm>
            <a:off x="650975" y="9411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csv</a:t>
            </a:r>
            <a:endParaRPr b="1"/>
          </a:p>
        </p:txBody>
      </p:sp>
      <p:sp>
        <p:nvSpPr>
          <p:cNvPr id="808" name="Google Shape;808;gd96dcf46d7_2_4"/>
          <p:cNvSpPr/>
          <p:nvPr/>
        </p:nvSpPr>
        <p:spPr>
          <a:xfrm>
            <a:off x="650975" y="23889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txt</a:t>
            </a:r>
            <a:endParaRPr b="1"/>
          </a:p>
        </p:txBody>
      </p:sp>
      <p:sp>
        <p:nvSpPr>
          <p:cNvPr id="809" name="Google Shape;809;gd96dcf46d7_2_4"/>
          <p:cNvSpPr/>
          <p:nvPr/>
        </p:nvSpPr>
        <p:spPr>
          <a:xfrm>
            <a:off x="650975" y="37605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jdbc</a:t>
            </a:r>
            <a:endParaRPr b="1"/>
          </a:p>
        </p:txBody>
      </p:sp>
      <p:sp>
        <p:nvSpPr>
          <p:cNvPr id="810" name="Google Shape;810;gd96dcf46d7_2_4"/>
          <p:cNvSpPr/>
          <p:nvPr/>
        </p:nvSpPr>
        <p:spPr>
          <a:xfrm>
            <a:off x="650975" y="52083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…..</a:t>
            </a:r>
            <a:endParaRPr b="1"/>
          </a:p>
        </p:txBody>
      </p:sp>
      <p:pic>
        <p:nvPicPr>
          <p:cNvPr id="811" name="Google Shape;811;gd96dcf46d7_2_4"/>
          <p:cNvPicPr preferRelativeResize="0"/>
          <p:nvPr/>
        </p:nvPicPr>
        <p:blipFill rotWithShape="1">
          <a:blip r:embed="rId3">
            <a:alphaModFix/>
          </a:blip>
          <a:srcRect l="21458" t="25511" r="19148" b="31234"/>
          <a:stretch/>
        </p:blipFill>
        <p:spPr>
          <a:xfrm>
            <a:off x="4537375" y="2007950"/>
            <a:ext cx="3394350" cy="18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gd96dcf46d7_2_4"/>
          <p:cNvSpPr/>
          <p:nvPr/>
        </p:nvSpPr>
        <p:spPr>
          <a:xfrm>
            <a:off x="10421893" y="8649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csv</a:t>
            </a:r>
            <a:endParaRPr b="1"/>
          </a:p>
        </p:txBody>
      </p:sp>
      <p:sp>
        <p:nvSpPr>
          <p:cNvPr id="813" name="Google Shape;813;gd96dcf46d7_2_4"/>
          <p:cNvSpPr/>
          <p:nvPr/>
        </p:nvSpPr>
        <p:spPr>
          <a:xfrm>
            <a:off x="10421893" y="23127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txt</a:t>
            </a:r>
            <a:endParaRPr b="1"/>
          </a:p>
        </p:txBody>
      </p:sp>
      <p:sp>
        <p:nvSpPr>
          <p:cNvPr id="814" name="Google Shape;814;gd96dcf46d7_2_4"/>
          <p:cNvSpPr/>
          <p:nvPr/>
        </p:nvSpPr>
        <p:spPr>
          <a:xfrm>
            <a:off x="10421893" y="36843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jdbc</a:t>
            </a:r>
            <a:endParaRPr b="1"/>
          </a:p>
        </p:txBody>
      </p:sp>
      <p:sp>
        <p:nvSpPr>
          <p:cNvPr id="815" name="Google Shape;815;gd96dcf46d7_2_4"/>
          <p:cNvSpPr/>
          <p:nvPr/>
        </p:nvSpPr>
        <p:spPr>
          <a:xfrm>
            <a:off x="10421893" y="51321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…..</a:t>
            </a:r>
            <a:endParaRPr b="1"/>
          </a:p>
        </p:txBody>
      </p:sp>
      <p:cxnSp>
        <p:nvCxnSpPr>
          <p:cNvPr id="816" name="Google Shape;816;gd96dcf46d7_2_4"/>
          <p:cNvCxnSpPr>
            <a:stCxn id="807" idx="3"/>
            <a:endCxn id="807" idx="3"/>
          </p:cNvCxnSpPr>
          <p:nvPr/>
        </p:nvCxnSpPr>
        <p:spPr>
          <a:xfrm>
            <a:off x="1710875" y="147110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7" name="Google Shape;817;gd96dcf46d7_2_4"/>
          <p:cNvCxnSpPr>
            <a:stCxn id="807" idx="3"/>
            <a:endCxn id="811" idx="1"/>
          </p:cNvCxnSpPr>
          <p:nvPr/>
        </p:nvCxnSpPr>
        <p:spPr>
          <a:xfrm>
            <a:off x="1710875" y="1471100"/>
            <a:ext cx="2826600" cy="146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8" name="Google Shape;818;gd96dcf46d7_2_4"/>
          <p:cNvCxnSpPr>
            <a:stCxn id="808" idx="3"/>
            <a:endCxn id="811" idx="1"/>
          </p:cNvCxnSpPr>
          <p:nvPr/>
        </p:nvCxnSpPr>
        <p:spPr>
          <a:xfrm>
            <a:off x="1710875" y="2918900"/>
            <a:ext cx="2826600" cy="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9" name="Google Shape;819;gd96dcf46d7_2_4"/>
          <p:cNvCxnSpPr>
            <a:stCxn id="809" idx="3"/>
            <a:endCxn id="811" idx="1"/>
          </p:cNvCxnSpPr>
          <p:nvPr/>
        </p:nvCxnSpPr>
        <p:spPr>
          <a:xfrm rot="10800000" flipH="1">
            <a:off x="1710875" y="2934800"/>
            <a:ext cx="2826600" cy="135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0" name="Google Shape;820;gd96dcf46d7_2_4"/>
          <p:cNvCxnSpPr>
            <a:stCxn id="810" idx="3"/>
            <a:endCxn id="811" idx="1"/>
          </p:cNvCxnSpPr>
          <p:nvPr/>
        </p:nvCxnSpPr>
        <p:spPr>
          <a:xfrm rot="10800000" flipH="1">
            <a:off x="1710875" y="2934800"/>
            <a:ext cx="2826600" cy="280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1" name="Google Shape;821;gd96dcf46d7_2_4"/>
          <p:cNvCxnSpPr>
            <a:stCxn id="811" idx="3"/>
            <a:endCxn id="812" idx="1"/>
          </p:cNvCxnSpPr>
          <p:nvPr/>
        </p:nvCxnSpPr>
        <p:spPr>
          <a:xfrm rot="10800000" flipH="1">
            <a:off x="7931725" y="1395050"/>
            <a:ext cx="2490300" cy="153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2" name="Google Shape;822;gd96dcf46d7_2_4"/>
          <p:cNvCxnSpPr>
            <a:stCxn id="811" idx="3"/>
            <a:endCxn id="813" idx="1"/>
          </p:cNvCxnSpPr>
          <p:nvPr/>
        </p:nvCxnSpPr>
        <p:spPr>
          <a:xfrm rot="10800000" flipH="1">
            <a:off x="7931725" y="2842850"/>
            <a:ext cx="2490300" cy="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3" name="Google Shape;823;gd96dcf46d7_2_4"/>
          <p:cNvCxnSpPr>
            <a:stCxn id="811" idx="3"/>
            <a:endCxn id="814" idx="1"/>
          </p:cNvCxnSpPr>
          <p:nvPr/>
        </p:nvCxnSpPr>
        <p:spPr>
          <a:xfrm>
            <a:off x="7931725" y="2934950"/>
            <a:ext cx="2490300" cy="127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4" name="Google Shape;824;gd96dcf46d7_2_4"/>
          <p:cNvCxnSpPr>
            <a:stCxn id="811" idx="3"/>
            <a:endCxn id="815" idx="1"/>
          </p:cNvCxnSpPr>
          <p:nvPr/>
        </p:nvCxnSpPr>
        <p:spPr>
          <a:xfrm>
            <a:off x="7931725" y="2934950"/>
            <a:ext cx="2490300" cy="272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5" name="Google Shape;825;gd96dcf46d7_2_4"/>
          <p:cNvSpPr/>
          <p:nvPr/>
        </p:nvSpPr>
        <p:spPr>
          <a:xfrm>
            <a:off x="7508975" y="5132150"/>
            <a:ext cx="2630100" cy="86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Data Load</a:t>
            </a:r>
            <a:endParaRPr b="1"/>
          </a:p>
        </p:txBody>
      </p:sp>
      <p:sp>
        <p:nvSpPr>
          <p:cNvPr id="826" name="Google Shape;826;gd96dcf46d7_2_4"/>
          <p:cNvSpPr/>
          <p:nvPr/>
        </p:nvSpPr>
        <p:spPr>
          <a:xfrm>
            <a:off x="2059925" y="938625"/>
            <a:ext cx="2630100" cy="86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Data Extraction</a:t>
            </a:r>
            <a:endParaRPr b="1"/>
          </a:p>
        </p:txBody>
      </p:sp>
      <p:sp>
        <p:nvSpPr>
          <p:cNvPr id="827" name="Google Shape;827;gd96dcf46d7_2_4"/>
          <p:cNvSpPr/>
          <p:nvPr/>
        </p:nvSpPr>
        <p:spPr>
          <a:xfrm>
            <a:off x="5389500" y="3542550"/>
            <a:ext cx="1395900" cy="46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ETL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dc48c913c6_0_0"/>
          <p:cNvSpPr/>
          <p:nvPr/>
        </p:nvSpPr>
        <p:spPr>
          <a:xfrm>
            <a:off x="271500" y="1784900"/>
            <a:ext cx="2919300" cy="205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CSV in DBFS</a:t>
            </a:r>
            <a:endParaRPr sz="2500" b="1"/>
          </a:p>
        </p:txBody>
      </p:sp>
      <p:sp>
        <p:nvSpPr>
          <p:cNvPr id="834" name="Google Shape;834;gdc48c913c6_0_0"/>
          <p:cNvSpPr/>
          <p:nvPr/>
        </p:nvSpPr>
        <p:spPr>
          <a:xfrm>
            <a:off x="4623467" y="1784900"/>
            <a:ext cx="2919300" cy="205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PySpark on </a:t>
            </a:r>
            <a:endParaRPr sz="2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DataBricks NoteBook</a:t>
            </a:r>
            <a:endParaRPr sz="2400" b="1"/>
          </a:p>
        </p:txBody>
      </p:sp>
      <p:sp>
        <p:nvSpPr>
          <p:cNvPr id="835" name="Google Shape;835;gdc48c913c6_0_0"/>
          <p:cNvSpPr/>
          <p:nvPr/>
        </p:nvSpPr>
        <p:spPr>
          <a:xfrm>
            <a:off x="8934776" y="1784900"/>
            <a:ext cx="2919300" cy="205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Postgres</a:t>
            </a:r>
            <a:endParaRPr sz="2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Database in AWS RDS</a:t>
            </a:r>
            <a:endParaRPr sz="2500" b="1"/>
          </a:p>
        </p:txBody>
      </p:sp>
      <p:sp>
        <p:nvSpPr>
          <p:cNvPr id="836" name="Google Shape;836;gdc48c913c6_0_0"/>
          <p:cNvSpPr/>
          <p:nvPr/>
        </p:nvSpPr>
        <p:spPr>
          <a:xfrm>
            <a:off x="3285175" y="2543375"/>
            <a:ext cx="1128900" cy="59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</a:t>
            </a:r>
            <a:endParaRPr/>
          </a:p>
        </p:txBody>
      </p:sp>
      <p:sp>
        <p:nvSpPr>
          <p:cNvPr id="837" name="Google Shape;837;gdc48c913c6_0_0"/>
          <p:cNvSpPr/>
          <p:nvPr/>
        </p:nvSpPr>
        <p:spPr>
          <a:xfrm>
            <a:off x="7704775" y="2543375"/>
            <a:ext cx="1128900" cy="59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LD</a:t>
            </a:r>
            <a:endParaRPr/>
          </a:p>
        </p:txBody>
      </p:sp>
      <p:sp>
        <p:nvSpPr>
          <p:cNvPr id="838" name="Google Shape;838;gdc48c913c6_0_0"/>
          <p:cNvSpPr/>
          <p:nvPr/>
        </p:nvSpPr>
        <p:spPr>
          <a:xfrm>
            <a:off x="5373875" y="3905875"/>
            <a:ext cx="1423200" cy="318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Transformation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https://miro.medium.com/v2/resize:fit:1050/0*hVV5E7QsM3EPSIBq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7304" y="431421"/>
            <a:ext cx="8806453" cy="5758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miro.medium.com/v2/resize:fit:773/1*OhKlasouZuaYVtSmxxpO3A.jpe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651" y="282784"/>
            <a:ext cx="5427069" cy="657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1616" y="2075850"/>
            <a:ext cx="6120384" cy="1728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media.licdn.com/dms/image/v2/D4D12AQHnIiZYBG40SQ/article-inline_image-shrink_1000_1488/article-inline_image-shrink_1000_1488/0/1708187406471?e=1741824000&amp;v=beta&amp;t=F8QSonR0ZiNalbXdCgWPzbOjLzY8LwmEeYe22xp0sTA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10228"/>
            <a:ext cx="12192000" cy="3912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45</Words>
  <PresentationFormat>Custom</PresentationFormat>
  <Paragraphs>29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Garamond</vt:lpstr>
      <vt:lpstr>Noto Sans Symbols</vt:lpstr>
      <vt:lpstr>Calibri</vt:lpstr>
      <vt:lpstr>Thème Office</vt:lpstr>
      <vt:lpstr>BIG DATA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CHADAD</dc:creator>
  <cp:lastModifiedBy>hp</cp:lastModifiedBy>
  <cp:revision>11</cp:revision>
  <dcterms:created xsi:type="dcterms:W3CDTF">2019-01-15T19:27:36Z</dcterms:created>
  <dcterms:modified xsi:type="dcterms:W3CDTF">2025-08-18T10:33:05Z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0x010100BFD8D1ACDCD7C5449C03B381FD26488C</vt:lpwstr>
  </property>
</Properties>
</file>