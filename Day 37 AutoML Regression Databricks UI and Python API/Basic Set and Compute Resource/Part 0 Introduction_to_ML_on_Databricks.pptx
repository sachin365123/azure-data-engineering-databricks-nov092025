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diagrams/colors1.xml" ContentType="application/vnd.openxmlformats-officedocument.drawingml.diagramColors+xml"/>
  <Default Extension="svg" ContentType="image/svg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ppt/diagrams/drawing1.xml" ContentType="application/vnd.ms-office.drawingml.diagramDrawing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diagrams/quickStyle1.xml" ContentType="application/vnd.openxmlformats-officedocument.drawingml.diagramStyl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diagrams/layout1.xml" ContentType="application/vnd.openxmlformats-officedocument.drawingml.diagramLayout+xml"/>
  <Override PartName="/ppt/changesInfos/changesInfo1.xml" ContentType="application/vnd.ms-powerpoint.changesinfo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147479722" r:id="rId4"/>
    <p:sldId id="258" r:id="rId5"/>
    <p:sldId id="2147479723" r:id="rId6"/>
    <p:sldId id="2147479726" r:id="rId7"/>
    <p:sldId id="2147479727" r:id="rId8"/>
    <p:sldId id="2147479728" r:id="rId9"/>
    <p:sldId id="2147479729" r:id="rId10"/>
    <p:sldId id="2147479724" r:id="rId11"/>
    <p:sldId id="2147479725" r:id="rId12"/>
    <p:sldId id="2147479730" r:id="rId13"/>
    <p:sldId id="2147479731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B65934-2C1E-44FE-AD63-D3C4622DD973}" v="79" dt="2024-12-05T09:10:25.0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-508" y="-6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bhjot Singh Bakshi" userId="2bc06dbbe72a50e9" providerId="LiveId" clId="{3DB65934-2C1E-44FE-AD63-D3C4622DD973}"/>
    <pc:docChg chg="undo custSel addSld delSld modSld">
      <pc:chgData name="Prabhjot Singh Bakshi" userId="2bc06dbbe72a50e9" providerId="LiveId" clId="{3DB65934-2C1E-44FE-AD63-D3C4622DD973}" dt="2024-12-05T09:10:21.252" v="464" actId="20577"/>
      <pc:docMkLst>
        <pc:docMk/>
      </pc:docMkLst>
      <pc:sldChg chg="addSp delSp modSp new mod setBg">
        <pc:chgData name="Prabhjot Singh Bakshi" userId="2bc06dbbe72a50e9" providerId="LiveId" clId="{3DB65934-2C1E-44FE-AD63-D3C4622DD973}" dt="2024-12-05T06:02:23.906" v="7" actId="26606"/>
        <pc:sldMkLst>
          <pc:docMk/>
          <pc:sldMk cId="2220962918" sldId="2147479725"/>
        </pc:sldMkLst>
        <pc:spChg chg="del">
          <ac:chgData name="Prabhjot Singh Bakshi" userId="2bc06dbbe72a50e9" providerId="LiveId" clId="{3DB65934-2C1E-44FE-AD63-D3C4622DD973}" dt="2024-12-05T06:01:33.836" v="2" actId="478"/>
          <ac:spMkLst>
            <pc:docMk/>
            <pc:sldMk cId="2220962918" sldId="2147479725"/>
            <ac:spMk id="2" creationId="{CACB3502-C449-016E-0902-E4946C7DE545}"/>
          </ac:spMkLst>
        </pc:spChg>
        <pc:spChg chg="del">
          <ac:chgData name="Prabhjot Singh Bakshi" userId="2bc06dbbe72a50e9" providerId="LiveId" clId="{3DB65934-2C1E-44FE-AD63-D3C4622DD973}" dt="2024-12-05T06:01:32.012" v="1"/>
          <ac:spMkLst>
            <pc:docMk/>
            <pc:sldMk cId="2220962918" sldId="2147479725"/>
            <ac:spMk id="3" creationId="{80CA38B4-4871-FD1E-2A92-2B5859854C68}"/>
          </ac:spMkLst>
        </pc:spChg>
        <pc:spChg chg="add">
          <ac:chgData name="Prabhjot Singh Bakshi" userId="2bc06dbbe72a50e9" providerId="LiveId" clId="{3DB65934-2C1E-44FE-AD63-D3C4622DD973}" dt="2024-12-05T06:02:23.906" v="7" actId="26606"/>
          <ac:spMkLst>
            <pc:docMk/>
            <pc:sldMk cId="2220962918" sldId="2147479725"/>
            <ac:spMk id="5127" creationId="{32BC26D8-82FB-445E-AA49-62A77D7C1EE0}"/>
          </ac:spMkLst>
        </pc:spChg>
        <pc:spChg chg="add">
          <ac:chgData name="Prabhjot Singh Bakshi" userId="2bc06dbbe72a50e9" providerId="LiveId" clId="{3DB65934-2C1E-44FE-AD63-D3C4622DD973}" dt="2024-12-05T06:02:23.906" v="7" actId="26606"/>
          <ac:spMkLst>
            <pc:docMk/>
            <pc:sldMk cId="2220962918" sldId="2147479725"/>
            <ac:spMk id="5129" creationId="{CB44330D-EA18-4254-AA95-EB49948539B8}"/>
          </ac:spMkLst>
        </pc:spChg>
        <pc:picChg chg="add mod">
          <ac:chgData name="Prabhjot Singh Bakshi" userId="2bc06dbbe72a50e9" providerId="LiveId" clId="{3DB65934-2C1E-44FE-AD63-D3C4622DD973}" dt="2024-12-05T06:02:23.906" v="7" actId="26606"/>
          <ac:picMkLst>
            <pc:docMk/>
            <pc:sldMk cId="2220962918" sldId="2147479725"/>
            <ac:picMk id="5122" creationId="{83F63C86-374A-FDB4-D696-161C5E19381D}"/>
          </ac:picMkLst>
        </pc:picChg>
      </pc:sldChg>
      <pc:sldChg chg="addSp delSp modSp new mod">
        <pc:chgData name="Prabhjot Singh Bakshi" userId="2bc06dbbe72a50e9" providerId="LiveId" clId="{3DB65934-2C1E-44FE-AD63-D3C4622DD973}" dt="2024-12-05T06:07:41.030" v="140" actId="1076"/>
        <pc:sldMkLst>
          <pc:docMk/>
          <pc:sldMk cId="1177358599" sldId="2147479726"/>
        </pc:sldMkLst>
        <pc:spChg chg="mod">
          <ac:chgData name="Prabhjot Singh Bakshi" userId="2bc06dbbe72a50e9" providerId="LiveId" clId="{3DB65934-2C1E-44FE-AD63-D3C4622DD973}" dt="2024-12-05T06:04:47.738" v="86" actId="1076"/>
          <ac:spMkLst>
            <pc:docMk/>
            <pc:sldMk cId="1177358599" sldId="2147479726"/>
            <ac:spMk id="2" creationId="{9C19E448-A13A-F200-9D68-C5D277F57141}"/>
          </ac:spMkLst>
        </pc:spChg>
        <pc:spChg chg="add del">
          <ac:chgData name="Prabhjot Singh Bakshi" userId="2bc06dbbe72a50e9" providerId="LiveId" clId="{3DB65934-2C1E-44FE-AD63-D3C4622DD973}" dt="2024-12-05T06:04:12.388" v="74" actId="478"/>
          <ac:spMkLst>
            <pc:docMk/>
            <pc:sldMk cId="1177358599" sldId="2147479726"/>
            <ac:spMk id="3" creationId="{92F69DEE-FABE-9371-C356-32679E049339}"/>
          </ac:spMkLst>
        </pc:spChg>
        <pc:spChg chg="add mod">
          <ac:chgData name="Prabhjot Singh Bakshi" userId="2bc06dbbe72a50e9" providerId="LiveId" clId="{3DB65934-2C1E-44FE-AD63-D3C4622DD973}" dt="2024-12-05T06:04:00.190" v="73"/>
          <ac:spMkLst>
            <pc:docMk/>
            <pc:sldMk cId="1177358599" sldId="2147479726"/>
            <ac:spMk id="4" creationId="{619206E9-C599-2493-0779-7C7D1942F299}"/>
          </ac:spMkLst>
        </pc:spChg>
        <pc:spChg chg="add del">
          <ac:chgData name="Prabhjot Singh Bakshi" userId="2bc06dbbe72a50e9" providerId="LiveId" clId="{3DB65934-2C1E-44FE-AD63-D3C4622DD973}" dt="2024-12-05T06:05:14.272" v="93" actId="22"/>
          <ac:spMkLst>
            <pc:docMk/>
            <pc:sldMk cId="1177358599" sldId="2147479726"/>
            <ac:spMk id="8" creationId="{F64BBFA7-CEF9-BF65-EB50-CD54C9393D0F}"/>
          </ac:spMkLst>
        </pc:spChg>
        <pc:spChg chg="add mod">
          <ac:chgData name="Prabhjot Singh Bakshi" userId="2bc06dbbe72a50e9" providerId="LiveId" clId="{3DB65934-2C1E-44FE-AD63-D3C4622DD973}" dt="2024-12-05T06:05:41.134" v="108" actId="13822"/>
          <ac:spMkLst>
            <pc:docMk/>
            <pc:sldMk cId="1177358599" sldId="2147479726"/>
            <ac:spMk id="10" creationId="{D93D62C0-DDBB-9B57-D7CC-5526C162CAE7}"/>
          </ac:spMkLst>
        </pc:spChg>
        <pc:spChg chg="add del">
          <ac:chgData name="Prabhjot Singh Bakshi" userId="2bc06dbbe72a50e9" providerId="LiveId" clId="{3DB65934-2C1E-44FE-AD63-D3C4622DD973}" dt="2024-12-05T06:06:07.871" v="110" actId="22"/>
          <ac:spMkLst>
            <pc:docMk/>
            <pc:sldMk cId="1177358599" sldId="2147479726"/>
            <ac:spMk id="12" creationId="{1A117901-C4CF-7B24-F056-E73376AA2391}"/>
          </ac:spMkLst>
        </pc:spChg>
        <pc:spChg chg="add del mod">
          <ac:chgData name="Prabhjot Singh Bakshi" userId="2bc06dbbe72a50e9" providerId="LiveId" clId="{3DB65934-2C1E-44FE-AD63-D3C4622DD973}" dt="2024-12-05T06:06:36.260" v="128" actId="478"/>
          <ac:spMkLst>
            <pc:docMk/>
            <pc:sldMk cId="1177358599" sldId="2147479726"/>
            <ac:spMk id="14" creationId="{8AADEB70-508F-8552-EDAF-5DF33F5081F1}"/>
          </ac:spMkLst>
        </pc:spChg>
        <pc:spChg chg="add del">
          <ac:chgData name="Prabhjot Singh Bakshi" userId="2bc06dbbe72a50e9" providerId="LiveId" clId="{3DB65934-2C1E-44FE-AD63-D3C4622DD973}" dt="2024-12-05T06:06:54.189" v="130" actId="22"/>
          <ac:spMkLst>
            <pc:docMk/>
            <pc:sldMk cId="1177358599" sldId="2147479726"/>
            <ac:spMk id="16" creationId="{28375ECF-6FC6-4F4F-D5B4-0941E86CDB7B}"/>
          </ac:spMkLst>
        </pc:spChg>
        <pc:spChg chg="add mod">
          <ac:chgData name="Prabhjot Singh Bakshi" userId="2bc06dbbe72a50e9" providerId="LiveId" clId="{3DB65934-2C1E-44FE-AD63-D3C4622DD973}" dt="2024-12-05T06:07:00.223" v="133" actId="13822"/>
          <ac:spMkLst>
            <pc:docMk/>
            <pc:sldMk cId="1177358599" sldId="2147479726"/>
            <ac:spMk id="18" creationId="{39B24EDB-297B-708C-4F1C-51166A13C935}"/>
          </ac:spMkLst>
        </pc:spChg>
        <pc:spChg chg="add del">
          <ac:chgData name="Prabhjot Singh Bakshi" userId="2bc06dbbe72a50e9" providerId="LiveId" clId="{3DB65934-2C1E-44FE-AD63-D3C4622DD973}" dt="2024-12-05T06:07:27.836" v="135" actId="22"/>
          <ac:spMkLst>
            <pc:docMk/>
            <pc:sldMk cId="1177358599" sldId="2147479726"/>
            <ac:spMk id="20" creationId="{A01FE7B8-5D7E-F2DF-1168-0DB18C7D9CB8}"/>
          </ac:spMkLst>
        </pc:spChg>
        <pc:spChg chg="add mod">
          <ac:chgData name="Prabhjot Singh Bakshi" userId="2bc06dbbe72a50e9" providerId="LiveId" clId="{3DB65934-2C1E-44FE-AD63-D3C4622DD973}" dt="2024-12-05T06:07:41.030" v="140" actId="1076"/>
          <ac:spMkLst>
            <pc:docMk/>
            <pc:sldMk cId="1177358599" sldId="2147479726"/>
            <ac:spMk id="22" creationId="{EEFC4E3A-1EAB-18D3-DE7F-A893364371EC}"/>
          </ac:spMkLst>
        </pc:spChg>
        <pc:picChg chg="add mod">
          <ac:chgData name="Prabhjot Singh Bakshi" userId="2bc06dbbe72a50e9" providerId="LiveId" clId="{3DB65934-2C1E-44FE-AD63-D3C4622DD973}" dt="2024-12-05T06:04:30.470" v="81" actId="1076"/>
          <ac:picMkLst>
            <pc:docMk/>
            <pc:sldMk cId="1177358599" sldId="2147479726"/>
            <ac:picMk id="6" creationId="{976ABF6E-2B5B-A664-15FC-75A0E0CF9892}"/>
          </ac:picMkLst>
        </pc:picChg>
        <pc:picChg chg="add mod">
          <ac:chgData name="Prabhjot Singh Bakshi" userId="2bc06dbbe72a50e9" providerId="LiveId" clId="{3DB65934-2C1E-44FE-AD63-D3C4622DD973}" dt="2024-12-05T06:04:57.518" v="91" actId="1076"/>
          <ac:picMkLst>
            <pc:docMk/>
            <pc:sldMk cId="1177358599" sldId="2147479726"/>
            <ac:picMk id="6148" creationId="{F3125EF0-EBC7-D221-1CBF-446341392766}"/>
          </ac:picMkLst>
        </pc:picChg>
      </pc:sldChg>
      <pc:sldChg chg="addSp delSp modSp new mod setBg">
        <pc:chgData name="Prabhjot Singh Bakshi" userId="2bc06dbbe72a50e9" providerId="LiveId" clId="{3DB65934-2C1E-44FE-AD63-D3C4622DD973}" dt="2024-12-05T09:10:21.252" v="464" actId="20577"/>
        <pc:sldMkLst>
          <pc:docMk/>
          <pc:sldMk cId="1532290926" sldId="2147479727"/>
        </pc:sldMkLst>
        <pc:spChg chg="mod">
          <ac:chgData name="Prabhjot Singh Bakshi" userId="2bc06dbbe72a50e9" providerId="LiveId" clId="{3DB65934-2C1E-44FE-AD63-D3C4622DD973}" dt="2024-12-05T06:08:23.118" v="187" actId="20577"/>
          <ac:spMkLst>
            <pc:docMk/>
            <pc:sldMk cId="1532290926" sldId="2147479727"/>
            <ac:spMk id="2" creationId="{AC4A1A7F-9CD9-1427-FE65-2229F72C4474}"/>
          </ac:spMkLst>
        </pc:spChg>
        <pc:spChg chg="del mod">
          <ac:chgData name="Prabhjot Singh Bakshi" userId="2bc06dbbe72a50e9" providerId="LiveId" clId="{3DB65934-2C1E-44FE-AD63-D3C4622DD973}" dt="2024-12-05T06:08:04.014" v="147" actId="26606"/>
          <ac:spMkLst>
            <pc:docMk/>
            <pc:sldMk cId="1532290926" sldId="2147479727"/>
            <ac:spMk id="3" creationId="{1D85C1BB-0A74-5FE0-E3BB-29A67961EC17}"/>
          </ac:spMkLst>
        </pc:spChg>
        <pc:spChg chg="add">
          <ac:chgData name="Prabhjot Singh Bakshi" userId="2bc06dbbe72a50e9" providerId="LiveId" clId="{3DB65934-2C1E-44FE-AD63-D3C4622DD973}" dt="2024-12-05T06:08:04.014" v="147" actId="26606"/>
          <ac:spMkLst>
            <pc:docMk/>
            <pc:sldMk cId="1532290926" sldId="2147479727"/>
            <ac:spMk id="9" creationId="{AE2B703B-46F9-481A-A605-82E2A828C4FA}"/>
          </ac:spMkLst>
        </pc:spChg>
        <pc:spChg chg="add">
          <ac:chgData name="Prabhjot Singh Bakshi" userId="2bc06dbbe72a50e9" providerId="LiveId" clId="{3DB65934-2C1E-44FE-AD63-D3C4622DD973}" dt="2024-12-05T06:08:04.014" v="147" actId="26606"/>
          <ac:spMkLst>
            <pc:docMk/>
            <pc:sldMk cId="1532290926" sldId="2147479727"/>
            <ac:spMk id="11" creationId="{F13BE4D7-0C3D-4906-B230-A1C5B4665CCF}"/>
          </ac:spMkLst>
        </pc:spChg>
        <pc:graphicFrameChg chg="add mod">
          <ac:chgData name="Prabhjot Singh Bakshi" userId="2bc06dbbe72a50e9" providerId="LiveId" clId="{3DB65934-2C1E-44FE-AD63-D3C4622DD973}" dt="2024-12-05T09:10:21.252" v="464" actId="20577"/>
          <ac:graphicFrameMkLst>
            <pc:docMk/>
            <pc:sldMk cId="1532290926" sldId="2147479727"/>
            <ac:graphicFrameMk id="5" creationId="{188A89E4-0E4B-6409-8814-823B4D1EFEAC}"/>
          </ac:graphicFrameMkLst>
        </pc:graphicFrameChg>
      </pc:sldChg>
      <pc:sldChg chg="addSp delSp modSp new mod">
        <pc:chgData name="Prabhjot Singh Bakshi" userId="2bc06dbbe72a50e9" providerId="LiveId" clId="{3DB65934-2C1E-44FE-AD63-D3C4622DD973}" dt="2024-12-05T06:16:18.990" v="245" actId="13822"/>
        <pc:sldMkLst>
          <pc:docMk/>
          <pc:sldMk cId="1014487782" sldId="2147479728"/>
        </pc:sldMkLst>
        <pc:spChg chg="mod">
          <ac:chgData name="Prabhjot Singh Bakshi" userId="2bc06dbbe72a50e9" providerId="LiveId" clId="{3DB65934-2C1E-44FE-AD63-D3C4622DD973}" dt="2024-12-05T06:15:00.339" v="226" actId="1076"/>
          <ac:spMkLst>
            <pc:docMk/>
            <pc:sldMk cId="1014487782" sldId="2147479728"/>
            <ac:spMk id="2" creationId="{EF7A41F6-9F35-30C0-A5FA-5501B5A82190}"/>
          </ac:spMkLst>
        </pc:spChg>
        <pc:spChg chg="del">
          <ac:chgData name="Prabhjot Singh Bakshi" userId="2bc06dbbe72a50e9" providerId="LiveId" clId="{3DB65934-2C1E-44FE-AD63-D3C4622DD973}" dt="2024-12-05T06:15:02.100" v="227"/>
          <ac:spMkLst>
            <pc:docMk/>
            <pc:sldMk cId="1014487782" sldId="2147479728"/>
            <ac:spMk id="3" creationId="{8614D306-B386-A9FD-F1DE-E972D90C51B5}"/>
          </ac:spMkLst>
        </pc:spChg>
        <pc:spChg chg="add del">
          <ac:chgData name="Prabhjot Singh Bakshi" userId="2bc06dbbe72a50e9" providerId="LiveId" clId="{3DB65934-2C1E-44FE-AD63-D3C4622DD973}" dt="2024-12-05T06:15:27.838" v="233" actId="22"/>
          <ac:spMkLst>
            <pc:docMk/>
            <pc:sldMk cId="1014487782" sldId="2147479728"/>
            <ac:spMk id="5" creationId="{8E99BB3D-F010-BAFF-0E7C-D2AAC3FB063B}"/>
          </ac:spMkLst>
        </pc:spChg>
        <pc:spChg chg="add mod">
          <ac:chgData name="Prabhjot Singh Bakshi" userId="2bc06dbbe72a50e9" providerId="LiveId" clId="{3DB65934-2C1E-44FE-AD63-D3C4622DD973}" dt="2024-12-05T06:15:46.206" v="241" actId="1076"/>
          <ac:spMkLst>
            <pc:docMk/>
            <pc:sldMk cId="1014487782" sldId="2147479728"/>
            <ac:spMk id="7" creationId="{1A1BD364-FA1B-E7F7-5810-F4EC362B7DC3}"/>
          </ac:spMkLst>
        </pc:spChg>
        <pc:spChg chg="add">
          <ac:chgData name="Prabhjot Singh Bakshi" userId="2bc06dbbe72a50e9" providerId="LiveId" clId="{3DB65934-2C1E-44FE-AD63-D3C4622DD973}" dt="2024-12-05T06:16:05.048" v="242"/>
          <ac:spMkLst>
            <pc:docMk/>
            <pc:sldMk cId="1014487782" sldId="2147479728"/>
            <ac:spMk id="8" creationId="{CA656D0D-8BD5-D44C-8CAF-BBB837645432}"/>
          </ac:spMkLst>
        </pc:spChg>
        <pc:spChg chg="add mod">
          <ac:chgData name="Prabhjot Singh Bakshi" userId="2bc06dbbe72a50e9" providerId="LiveId" clId="{3DB65934-2C1E-44FE-AD63-D3C4622DD973}" dt="2024-12-05T06:16:18.990" v="245" actId="13822"/>
          <ac:spMkLst>
            <pc:docMk/>
            <pc:sldMk cId="1014487782" sldId="2147479728"/>
            <ac:spMk id="10" creationId="{3D1515E4-E68A-80F7-56DE-71D4A0D4CC10}"/>
          </ac:spMkLst>
        </pc:spChg>
        <pc:picChg chg="add mod">
          <ac:chgData name="Prabhjot Singh Bakshi" userId="2bc06dbbe72a50e9" providerId="LiveId" clId="{3DB65934-2C1E-44FE-AD63-D3C4622DD973}" dt="2024-12-05T06:15:10.376" v="231" actId="1076"/>
          <ac:picMkLst>
            <pc:docMk/>
            <pc:sldMk cId="1014487782" sldId="2147479728"/>
            <ac:picMk id="7170" creationId="{5C3954C7-78EB-B896-F99B-C9A8581BE99C}"/>
          </ac:picMkLst>
        </pc:picChg>
      </pc:sldChg>
      <pc:sldChg chg="addSp delSp modSp new mod">
        <pc:chgData name="Prabhjot Singh Bakshi" userId="2bc06dbbe72a50e9" providerId="LiveId" clId="{3DB65934-2C1E-44FE-AD63-D3C4622DD973}" dt="2024-12-05T06:17:00.934" v="290" actId="1076"/>
        <pc:sldMkLst>
          <pc:docMk/>
          <pc:sldMk cId="108729646" sldId="2147479729"/>
        </pc:sldMkLst>
        <pc:spChg chg="mod">
          <ac:chgData name="Prabhjot Singh Bakshi" userId="2bc06dbbe72a50e9" providerId="LiveId" clId="{3DB65934-2C1E-44FE-AD63-D3C4622DD973}" dt="2024-12-05T06:16:48.857" v="283" actId="20577"/>
          <ac:spMkLst>
            <pc:docMk/>
            <pc:sldMk cId="108729646" sldId="2147479729"/>
            <ac:spMk id="2" creationId="{108F27DC-626B-C107-93E4-BFC98E960288}"/>
          </ac:spMkLst>
        </pc:spChg>
        <pc:spChg chg="del">
          <ac:chgData name="Prabhjot Singh Bakshi" userId="2bc06dbbe72a50e9" providerId="LiveId" clId="{3DB65934-2C1E-44FE-AD63-D3C4622DD973}" dt="2024-12-05T06:16:38.744" v="247"/>
          <ac:spMkLst>
            <pc:docMk/>
            <pc:sldMk cId="108729646" sldId="2147479729"/>
            <ac:spMk id="3" creationId="{4F33F617-B104-42E7-A8F9-02F047AD1EE9}"/>
          </ac:spMkLst>
        </pc:spChg>
        <pc:picChg chg="add mod">
          <ac:chgData name="Prabhjot Singh Bakshi" userId="2bc06dbbe72a50e9" providerId="LiveId" clId="{3DB65934-2C1E-44FE-AD63-D3C4622DD973}" dt="2024-12-05T06:17:00.934" v="290" actId="1076"/>
          <ac:picMkLst>
            <pc:docMk/>
            <pc:sldMk cId="108729646" sldId="2147479729"/>
            <ac:picMk id="5" creationId="{4A51BCAA-087B-DA71-F808-9A7E0D7D0F57}"/>
          </ac:picMkLst>
        </pc:picChg>
      </pc:sldChg>
      <pc:sldChg chg="addSp delSp modSp new mod">
        <pc:chgData name="Prabhjot Singh Bakshi" userId="2bc06dbbe72a50e9" providerId="LiveId" clId="{3DB65934-2C1E-44FE-AD63-D3C4622DD973}" dt="2024-12-05T06:24:35.916" v="422" actId="13822"/>
        <pc:sldMkLst>
          <pc:docMk/>
          <pc:sldMk cId="677804212" sldId="2147479730"/>
        </pc:sldMkLst>
        <pc:spChg chg="mod">
          <ac:chgData name="Prabhjot Singh Bakshi" userId="2bc06dbbe72a50e9" providerId="LiveId" clId="{3DB65934-2C1E-44FE-AD63-D3C4622DD973}" dt="2024-12-05T06:18:21.531" v="320" actId="1076"/>
          <ac:spMkLst>
            <pc:docMk/>
            <pc:sldMk cId="677804212" sldId="2147479730"/>
            <ac:spMk id="2" creationId="{15EAFB76-4B16-AF9A-068A-3C49EBA88F85}"/>
          </ac:spMkLst>
        </pc:spChg>
        <pc:spChg chg="del">
          <ac:chgData name="Prabhjot Singh Bakshi" userId="2bc06dbbe72a50e9" providerId="LiveId" clId="{3DB65934-2C1E-44FE-AD63-D3C4622DD973}" dt="2024-12-05T06:18:24.730" v="321" actId="478"/>
          <ac:spMkLst>
            <pc:docMk/>
            <pc:sldMk cId="677804212" sldId="2147479730"/>
            <ac:spMk id="3" creationId="{2D96BAA1-178E-4F12-2781-67BD73E3DBA0}"/>
          </ac:spMkLst>
        </pc:spChg>
        <pc:spChg chg="add mod">
          <ac:chgData name="Prabhjot Singh Bakshi" userId="2bc06dbbe72a50e9" providerId="LiveId" clId="{3DB65934-2C1E-44FE-AD63-D3C4622DD973}" dt="2024-12-05T06:24:13.904" v="413" actId="13822"/>
          <ac:spMkLst>
            <pc:docMk/>
            <pc:sldMk cId="677804212" sldId="2147479730"/>
            <ac:spMk id="4" creationId="{841EEE3D-6F6B-BF5C-B4CC-A24F49B5C68A}"/>
          </ac:spMkLst>
        </pc:spChg>
        <pc:spChg chg="add del">
          <ac:chgData name="Prabhjot Singh Bakshi" userId="2bc06dbbe72a50e9" providerId="LiveId" clId="{3DB65934-2C1E-44FE-AD63-D3C4622DD973}" dt="2024-12-05T06:24:24.661" v="416" actId="22"/>
          <ac:spMkLst>
            <pc:docMk/>
            <pc:sldMk cId="677804212" sldId="2147479730"/>
            <ac:spMk id="6" creationId="{2655F4B9-B910-F42F-5EF8-DF64A7D43CA5}"/>
          </ac:spMkLst>
        </pc:spChg>
        <pc:spChg chg="add mod">
          <ac:chgData name="Prabhjot Singh Bakshi" userId="2bc06dbbe72a50e9" providerId="LiveId" clId="{3DB65934-2C1E-44FE-AD63-D3C4622DD973}" dt="2024-12-05T06:24:35.916" v="422" actId="13822"/>
          <ac:spMkLst>
            <pc:docMk/>
            <pc:sldMk cId="677804212" sldId="2147479730"/>
            <ac:spMk id="8" creationId="{27164207-61AF-2B4A-9DE2-AB045C7A13C2}"/>
          </ac:spMkLst>
        </pc:spChg>
        <pc:picChg chg="add mod">
          <ac:chgData name="Prabhjot Singh Bakshi" userId="2bc06dbbe72a50e9" providerId="LiveId" clId="{3DB65934-2C1E-44FE-AD63-D3C4622DD973}" dt="2024-12-05T06:24:29.974" v="420" actId="1076"/>
          <ac:picMkLst>
            <pc:docMk/>
            <pc:sldMk cId="677804212" sldId="2147479730"/>
            <ac:picMk id="8194" creationId="{87AA7E89-209E-E530-6382-722132C38B56}"/>
          </ac:picMkLst>
        </pc:picChg>
      </pc:sldChg>
      <pc:sldChg chg="new del">
        <pc:chgData name="Prabhjot Singh Bakshi" userId="2bc06dbbe72a50e9" providerId="LiveId" clId="{3DB65934-2C1E-44FE-AD63-D3C4622DD973}" dt="2024-12-05T06:17:14.230" v="292" actId="47"/>
        <pc:sldMkLst>
          <pc:docMk/>
          <pc:sldMk cId="3022942111" sldId="2147479730"/>
        </pc:sldMkLst>
      </pc:sldChg>
      <pc:sldChg chg="addSp delSp modSp new mod setBg">
        <pc:chgData name="Prabhjot Singh Bakshi" userId="2bc06dbbe72a50e9" providerId="LiveId" clId="{3DB65934-2C1E-44FE-AD63-D3C4622DD973}" dt="2024-12-05T06:22:35.359" v="325" actId="26606"/>
        <pc:sldMkLst>
          <pc:docMk/>
          <pc:sldMk cId="2730006855" sldId="2147479731"/>
        </pc:sldMkLst>
        <pc:spChg chg="del">
          <ac:chgData name="Prabhjot Singh Bakshi" userId="2bc06dbbe72a50e9" providerId="LiveId" clId="{3DB65934-2C1E-44FE-AD63-D3C4622DD973}" dt="2024-12-05T06:22:33.107" v="324" actId="478"/>
          <ac:spMkLst>
            <pc:docMk/>
            <pc:sldMk cId="2730006855" sldId="2147479731"/>
            <ac:spMk id="2" creationId="{899C279E-066F-6C67-629B-57EE37FFE46F}"/>
          </ac:spMkLst>
        </pc:spChg>
        <pc:spChg chg="del">
          <ac:chgData name="Prabhjot Singh Bakshi" userId="2bc06dbbe72a50e9" providerId="LiveId" clId="{3DB65934-2C1E-44FE-AD63-D3C4622DD973}" dt="2024-12-05T06:22:31.089" v="323" actId="22"/>
          <ac:spMkLst>
            <pc:docMk/>
            <pc:sldMk cId="2730006855" sldId="2147479731"/>
            <ac:spMk id="3" creationId="{AF867286-5B5E-8C7F-A2A6-9ADEF35DE051}"/>
          </ac:spMkLst>
        </pc:spChg>
        <pc:spChg chg="add">
          <ac:chgData name="Prabhjot Singh Bakshi" userId="2bc06dbbe72a50e9" providerId="LiveId" clId="{3DB65934-2C1E-44FE-AD63-D3C4622DD973}" dt="2024-12-05T06:22:35.359" v="325" actId="26606"/>
          <ac:spMkLst>
            <pc:docMk/>
            <pc:sldMk cId="2730006855" sldId="2147479731"/>
            <ac:spMk id="10" creationId="{11B2B030-4738-4359-9E46-144B7C8BFF8B}"/>
          </ac:spMkLst>
        </pc:spChg>
        <pc:spChg chg="add">
          <ac:chgData name="Prabhjot Singh Bakshi" userId="2bc06dbbe72a50e9" providerId="LiveId" clId="{3DB65934-2C1E-44FE-AD63-D3C4622DD973}" dt="2024-12-05T06:22:35.359" v="325" actId="26606"/>
          <ac:spMkLst>
            <pc:docMk/>
            <pc:sldMk cId="2730006855" sldId="2147479731"/>
            <ac:spMk id="12" creationId="{E722B2DD-E14D-4972-9D98-5D6E61B1B2D2}"/>
          </ac:spMkLst>
        </pc:spChg>
        <pc:picChg chg="add mod ord">
          <ac:chgData name="Prabhjot Singh Bakshi" userId="2bc06dbbe72a50e9" providerId="LiveId" clId="{3DB65934-2C1E-44FE-AD63-D3C4622DD973}" dt="2024-12-05T06:22:35.359" v="325" actId="26606"/>
          <ac:picMkLst>
            <pc:docMk/>
            <pc:sldMk cId="2730006855" sldId="2147479731"/>
            <ac:picMk id="5" creationId="{A3CFC073-571B-7B0C-0834-50F99F552F72}"/>
          </ac:picMkLst>
        </pc:pic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0.png"/><Relationship Id="rId7" Type="http://schemas.openxmlformats.org/officeDocument/2006/relationships/image" Target="../media/image12.png"/><Relationship Id="rId12" Type="http://schemas.openxmlformats.org/officeDocument/2006/relationships/image" Target="../media/image26.svg"/><Relationship Id="rId2" Type="http://schemas.openxmlformats.org/officeDocument/2006/relationships/image" Target="../media/image16.svg"/><Relationship Id="rId1" Type="http://schemas.openxmlformats.org/officeDocument/2006/relationships/image" Target="../media/image9.png"/><Relationship Id="rId6" Type="http://schemas.openxmlformats.org/officeDocument/2006/relationships/image" Target="../media/image20.svg"/><Relationship Id="rId11" Type="http://schemas.openxmlformats.org/officeDocument/2006/relationships/image" Target="../media/image14.png"/><Relationship Id="rId5" Type="http://schemas.openxmlformats.org/officeDocument/2006/relationships/image" Target="../media/image11.png"/><Relationship Id="rId10" Type="http://schemas.openxmlformats.org/officeDocument/2006/relationships/image" Target="../media/image24.svg"/><Relationship Id="rId4" Type="http://schemas.openxmlformats.org/officeDocument/2006/relationships/image" Target="../media/image18.svg"/><Relationship Id="rId9" Type="http://schemas.openxmlformats.org/officeDocument/2006/relationships/image" Target="../media/image13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1.png"/><Relationship Id="rId7" Type="http://schemas.openxmlformats.org/officeDocument/2006/relationships/image" Target="../media/image21.png"/><Relationship Id="rId12" Type="http://schemas.openxmlformats.org/officeDocument/2006/relationships/image" Target="../media/image26.svg"/><Relationship Id="rId2" Type="http://schemas.openxmlformats.org/officeDocument/2006/relationships/image" Target="../media/image16.svg"/><Relationship Id="rId1" Type="http://schemas.openxmlformats.org/officeDocument/2006/relationships/image" Target="../media/image151.png"/><Relationship Id="rId6" Type="http://schemas.openxmlformats.org/officeDocument/2006/relationships/image" Target="../media/image20.svg"/><Relationship Id="rId11" Type="http://schemas.openxmlformats.org/officeDocument/2006/relationships/image" Target="../media/image25.png"/><Relationship Id="rId5" Type="http://schemas.openxmlformats.org/officeDocument/2006/relationships/image" Target="../media/image191.png"/><Relationship Id="rId10" Type="http://schemas.openxmlformats.org/officeDocument/2006/relationships/image" Target="../media/image24.svg"/><Relationship Id="rId4" Type="http://schemas.openxmlformats.org/officeDocument/2006/relationships/image" Target="../media/image18.svg"/><Relationship Id="rId9" Type="http://schemas.openxmlformats.org/officeDocument/2006/relationships/image" Target="../media/image23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4320BB8-059B-477F-8B42-D109A440209B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5555180C-FED6-48A8-904F-6AB3A7BA9131}">
      <dgm:prSet/>
      <dgm:spPr/>
      <dgm:t>
        <a:bodyPr/>
        <a:lstStyle/>
        <a:p>
          <a:r>
            <a:rPr lang="en-US" dirty="0" err="1"/>
            <a:t>MLflow</a:t>
          </a:r>
          <a:r>
            <a:rPr lang="en-US" dirty="0"/>
            <a:t> is an open source platform for managing the end-to-end machine learning lifecycle</a:t>
          </a:r>
          <a:r>
            <a:rPr lang="en-US"/>
            <a:t>. </a:t>
          </a:r>
          <a:endParaRPr lang="en-US" dirty="0"/>
        </a:p>
      </dgm:t>
    </dgm:pt>
    <dgm:pt modelId="{1FE4C4EC-287B-4ABD-8F4A-BAA3D4B4EF7A}" type="parTrans" cxnId="{A83D8A50-0A34-4B18-BEF0-F5CCA551A490}">
      <dgm:prSet/>
      <dgm:spPr/>
      <dgm:t>
        <a:bodyPr/>
        <a:lstStyle/>
        <a:p>
          <a:endParaRPr lang="en-US"/>
        </a:p>
      </dgm:t>
    </dgm:pt>
    <dgm:pt modelId="{94BD9E2F-3754-41AA-B6F1-B96B1D81CCA2}" type="sibTrans" cxnId="{A83D8A50-0A34-4B18-BEF0-F5CCA551A490}">
      <dgm:prSet/>
      <dgm:spPr/>
      <dgm:t>
        <a:bodyPr/>
        <a:lstStyle/>
        <a:p>
          <a:endParaRPr lang="en-US"/>
        </a:p>
      </dgm:t>
    </dgm:pt>
    <dgm:pt modelId="{670EEC55-C6C7-45B4-89EA-C0189FAD40EA}">
      <dgm:prSet/>
      <dgm:spPr/>
      <dgm:t>
        <a:bodyPr/>
        <a:lstStyle/>
        <a:p>
          <a:r>
            <a:rPr lang="en-US"/>
            <a:t>Models: Allow you to manage and deploy models from a variety of ML libraries to a variety of model serving and inference platforms.</a:t>
          </a:r>
        </a:p>
      </dgm:t>
    </dgm:pt>
    <dgm:pt modelId="{B0F43F7E-3705-43D0-90FE-641831E8ADAA}" type="parTrans" cxnId="{CD8E5B59-E041-4173-9770-F022D3BEC6E0}">
      <dgm:prSet/>
      <dgm:spPr/>
      <dgm:t>
        <a:bodyPr/>
        <a:lstStyle/>
        <a:p>
          <a:endParaRPr lang="en-US"/>
        </a:p>
      </dgm:t>
    </dgm:pt>
    <dgm:pt modelId="{7359A9E1-D03B-4506-B15E-2294404178B0}" type="sibTrans" cxnId="{CD8E5B59-E041-4173-9770-F022D3BEC6E0}">
      <dgm:prSet/>
      <dgm:spPr/>
      <dgm:t>
        <a:bodyPr/>
        <a:lstStyle/>
        <a:p>
          <a:endParaRPr lang="en-US"/>
        </a:p>
      </dgm:t>
    </dgm:pt>
    <dgm:pt modelId="{AC59A8E1-957D-4820-BE7C-5C48D7A07BA7}">
      <dgm:prSet/>
      <dgm:spPr/>
      <dgm:t>
        <a:bodyPr/>
        <a:lstStyle/>
        <a:p>
          <a:r>
            <a:rPr lang="en-US"/>
            <a:t>Projects: Allow you to package ML code in a reusable, reproducible form to share with other data scientists or transfer to production.</a:t>
          </a:r>
        </a:p>
      </dgm:t>
    </dgm:pt>
    <dgm:pt modelId="{BD67EBFB-C85C-4543-92E4-6D2907954AD5}" type="parTrans" cxnId="{F4119204-BDC9-445B-9D22-AE36683DEDB5}">
      <dgm:prSet/>
      <dgm:spPr/>
      <dgm:t>
        <a:bodyPr/>
        <a:lstStyle/>
        <a:p>
          <a:endParaRPr lang="en-US"/>
        </a:p>
      </dgm:t>
    </dgm:pt>
    <dgm:pt modelId="{0C0FA235-8910-4259-9B02-7A46FCDC756C}" type="sibTrans" cxnId="{F4119204-BDC9-445B-9D22-AE36683DEDB5}">
      <dgm:prSet/>
      <dgm:spPr/>
      <dgm:t>
        <a:bodyPr/>
        <a:lstStyle/>
        <a:p>
          <a:endParaRPr lang="en-US"/>
        </a:p>
      </dgm:t>
    </dgm:pt>
    <dgm:pt modelId="{AFC2A377-AC64-4039-B7C8-4CA06192513E}">
      <dgm:prSet/>
      <dgm:spPr/>
      <dgm:t>
        <a:bodyPr/>
        <a:lstStyle/>
        <a:p>
          <a:r>
            <a:rPr lang="en-US"/>
            <a:t>Model Registry: Allows you to centralize a model store for managing models’ full lifecycle stage transitions: from staging to production, with capabilities for versioning and annotating. Databricks provides a managed version of the Model Registry in Unity Catalog.</a:t>
          </a:r>
        </a:p>
      </dgm:t>
    </dgm:pt>
    <dgm:pt modelId="{2EEB017D-10ED-48BB-9283-6176625CA20E}" type="parTrans" cxnId="{46282D61-9F37-4FB7-BF26-D3F355EC6A25}">
      <dgm:prSet/>
      <dgm:spPr/>
      <dgm:t>
        <a:bodyPr/>
        <a:lstStyle/>
        <a:p>
          <a:endParaRPr lang="en-US"/>
        </a:p>
      </dgm:t>
    </dgm:pt>
    <dgm:pt modelId="{3C87BA57-75CD-4D35-8AEE-B43425BE1692}" type="sibTrans" cxnId="{46282D61-9F37-4FB7-BF26-D3F355EC6A25}">
      <dgm:prSet/>
      <dgm:spPr/>
      <dgm:t>
        <a:bodyPr/>
        <a:lstStyle/>
        <a:p>
          <a:endParaRPr lang="en-US"/>
        </a:p>
      </dgm:t>
    </dgm:pt>
    <dgm:pt modelId="{19A7B225-6805-4A3B-910C-8EB33D7D8F44}">
      <dgm:prSet/>
      <dgm:spPr/>
      <dgm:t>
        <a:bodyPr/>
        <a:lstStyle/>
        <a:p>
          <a:r>
            <a:rPr lang="en-US"/>
            <a:t>Model Serving: Allows you to host MLflow models as REST endpoints. Databricks provides a unified interface to deploy, govern, and query your served AI models.</a:t>
          </a:r>
        </a:p>
      </dgm:t>
    </dgm:pt>
    <dgm:pt modelId="{09AF0FC3-C632-4548-A9E8-89D39E3EE82E}" type="parTrans" cxnId="{B36112C2-E9B8-4000-95B1-D9EA1A4B2AE1}">
      <dgm:prSet/>
      <dgm:spPr/>
      <dgm:t>
        <a:bodyPr/>
        <a:lstStyle/>
        <a:p>
          <a:endParaRPr lang="en-US"/>
        </a:p>
      </dgm:t>
    </dgm:pt>
    <dgm:pt modelId="{9DC4D3E9-A425-41A1-A6CA-55175D6A74B5}" type="sibTrans" cxnId="{B36112C2-E9B8-4000-95B1-D9EA1A4B2AE1}">
      <dgm:prSet/>
      <dgm:spPr/>
      <dgm:t>
        <a:bodyPr/>
        <a:lstStyle/>
        <a:p>
          <a:endParaRPr lang="en-US"/>
        </a:p>
      </dgm:t>
    </dgm:pt>
    <dgm:pt modelId="{5A86202E-EED7-4D34-BE0C-3CE141C327F6}">
      <dgm:prSet/>
      <dgm:spPr/>
      <dgm:t>
        <a:bodyPr/>
        <a:lstStyle/>
        <a:p>
          <a:r>
            <a:rPr lang="en-US"/>
            <a:t>Tracking: Allows you to track experiments to record and compare parameters and results.</a:t>
          </a:r>
        </a:p>
      </dgm:t>
    </dgm:pt>
    <dgm:pt modelId="{D408F8F3-590A-4FB9-A970-502EE0663948}" type="sibTrans" cxnId="{D30D085C-7CBB-4F33-B442-AB37700F21BF}">
      <dgm:prSet/>
      <dgm:spPr/>
      <dgm:t>
        <a:bodyPr/>
        <a:lstStyle/>
        <a:p>
          <a:endParaRPr lang="en-US"/>
        </a:p>
      </dgm:t>
    </dgm:pt>
    <dgm:pt modelId="{4BB00BEB-DC93-4D49-A434-DCBC62D7819B}" type="parTrans" cxnId="{D30D085C-7CBB-4F33-B442-AB37700F21BF}">
      <dgm:prSet/>
      <dgm:spPr/>
      <dgm:t>
        <a:bodyPr/>
        <a:lstStyle/>
        <a:p>
          <a:endParaRPr lang="en-US"/>
        </a:p>
      </dgm:t>
    </dgm:pt>
    <dgm:pt modelId="{9D27E8B0-35AB-48E9-99DC-75CD3E00D008}" type="pres">
      <dgm:prSet presAssocID="{94320BB8-059B-477F-8B42-D109A440209B}" presName="root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8C6163AD-A449-4968-AE19-26F3F9F0FE41}" type="pres">
      <dgm:prSet presAssocID="{94320BB8-059B-477F-8B42-D109A440209B}" presName="container" presStyleCnt="0">
        <dgm:presLayoutVars>
          <dgm:dir/>
          <dgm:resizeHandles val="exact"/>
        </dgm:presLayoutVars>
      </dgm:prSet>
      <dgm:spPr/>
    </dgm:pt>
    <dgm:pt modelId="{B7230019-5AB6-4F53-BD1B-C5445AE05BA9}" type="pres">
      <dgm:prSet presAssocID="{5555180C-FED6-48A8-904F-6AB3A7BA9131}" presName="compNode" presStyleCnt="0"/>
      <dgm:spPr/>
    </dgm:pt>
    <dgm:pt modelId="{83484E95-AA48-41CD-ACAC-4EA2CD9A62A0}" type="pres">
      <dgm:prSet presAssocID="{5555180C-FED6-48A8-904F-6AB3A7BA9131}" presName="iconBgRect" presStyleLbl="bgShp" presStyleIdx="0" presStyleCnt="6"/>
      <dgm:spPr/>
    </dgm:pt>
    <dgm:pt modelId="{E9129B74-B784-49B2-9A00-EB7FE7503436}" type="pres">
      <dgm:prSet presAssocID="{5555180C-FED6-48A8-904F-6AB3A7BA9131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xmlns="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xmlns="" id="0" name="" descr="Robot"/>
        </a:ext>
      </dgm:extLst>
    </dgm:pt>
    <dgm:pt modelId="{28A3EF0B-7D9B-46D4-93A2-09902DF8F39F}" type="pres">
      <dgm:prSet presAssocID="{5555180C-FED6-48A8-904F-6AB3A7BA9131}" presName="spaceRect" presStyleCnt="0"/>
      <dgm:spPr/>
    </dgm:pt>
    <dgm:pt modelId="{D5642AA8-9173-4DB3-B7F8-094DB2C51D3F}" type="pres">
      <dgm:prSet presAssocID="{5555180C-FED6-48A8-904F-6AB3A7BA9131}" presName="textRect" presStyleLbl="revTx" presStyleIdx="0" presStyleCnt="6">
        <dgm:presLayoutVars>
          <dgm:chMax val="1"/>
          <dgm:chPref val="1"/>
        </dgm:presLayoutVars>
      </dgm:prSet>
      <dgm:spPr/>
      <dgm:t>
        <a:bodyPr/>
        <a:lstStyle/>
        <a:p>
          <a:endParaRPr lang="en-US"/>
        </a:p>
      </dgm:t>
    </dgm:pt>
    <dgm:pt modelId="{A39F0050-17E3-40F4-A40A-2086EBEC19C8}" type="pres">
      <dgm:prSet presAssocID="{94BD9E2F-3754-41AA-B6F1-B96B1D81CCA2}" presName="sibTrans" presStyleLbl="sibTrans2D1" presStyleIdx="0" presStyleCnt="0"/>
      <dgm:spPr/>
      <dgm:t>
        <a:bodyPr/>
        <a:lstStyle/>
        <a:p>
          <a:endParaRPr lang="en-US"/>
        </a:p>
      </dgm:t>
    </dgm:pt>
    <dgm:pt modelId="{E33C7FF2-27A8-49CD-8141-98CA05286791}" type="pres">
      <dgm:prSet presAssocID="{5A86202E-EED7-4D34-BE0C-3CE141C327F6}" presName="compNode" presStyleCnt="0"/>
      <dgm:spPr/>
    </dgm:pt>
    <dgm:pt modelId="{1A51F7A2-D96D-4284-AD47-D93050997A85}" type="pres">
      <dgm:prSet presAssocID="{5A86202E-EED7-4D34-BE0C-3CE141C327F6}" presName="iconBgRect" presStyleLbl="bgShp" presStyleIdx="1" presStyleCnt="6"/>
      <dgm:spPr/>
    </dgm:pt>
    <dgm:pt modelId="{F63779CA-99EE-4386-B030-AA04F8009A7D}" type="pres">
      <dgm:prSet presAssocID="{5A86202E-EED7-4D34-BE0C-3CE141C327F6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xmlns="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xmlns="" id="0" name="" descr="Statistics"/>
        </a:ext>
      </dgm:extLst>
    </dgm:pt>
    <dgm:pt modelId="{2B09933E-141E-4690-BC46-440F6BACB6B9}" type="pres">
      <dgm:prSet presAssocID="{5A86202E-EED7-4D34-BE0C-3CE141C327F6}" presName="spaceRect" presStyleCnt="0"/>
      <dgm:spPr/>
    </dgm:pt>
    <dgm:pt modelId="{32183117-5920-4051-851A-EAC3E6CE07BF}" type="pres">
      <dgm:prSet presAssocID="{5A86202E-EED7-4D34-BE0C-3CE141C327F6}" presName="textRect" presStyleLbl="revTx" presStyleIdx="1" presStyleCnt="6">
        <dgm:presLayoutVars>
          <dgm:chMax val="1"/>
          <dgm:chPref val="1"/>
        </dgm:presLayoutVars>
      </dgm:prSet>
      <dgm:spPr/>
      <dgm:t>
        <a:bodyPr/>
        <a:lstStyle/>
        <a:p>
          <a:endParaRPr lang="en-US"/>
        </a:p>
      </dgm:t>
    </dgm:pt>
    <dgm:pt modelId="{238E3481-E396-4EA9-9F73-440B4F0301B8}" type="pres">
      <dgm:prSet presAssocID="{D408F8F3-590A-4FB9-A970-502EE0663948}" presName="sibTrans" presStyleLbl="sibTrans2D1" presStyleIdx="0" presStyleCnt="0"/>
      <dgm:spPr/>
      <dgm:t>
        <a:bodyPr/>
        <a:lstStyle/>
        <a:p>
          <a:endParaRPr lang="en-US"/>
        </a:p>
      </dgm:t>
    </dgm:pt>
    <dgm:pt modelId="{21AD3B99-5C52-4C32-A250-1883489D8649}" type="pres">
      <dgm:prSet presAssocID="{670EEC55-C6C7-45B4-89EA-C0189FAD40EA}" presName="compNode" presStyleCnt="0"/>
      <dgm:spPr/>
    </dgm:pt>
    <dgm:pt modelId="{7CDFD7AE-549A-4465-8755-616B77E57F7A}" type="pres">
      <dgm:prSet presAssocID="{670EEC55-C6C7-45B4-89EA-C0189FAD40EA}" presName="iconBgRect" presStyleLbl="bgShp" presStyleIdx="2" presStyleCnt="6"/>
      <dgm:spPr/>
    </dgm:pt>
    <dgm:pt modelId="{C67F9ACC-CB1A-4C32-965B-F25FD5956532}" type="pres">
      <dgm:prSet presAssocID="{670EEC55-C6C7-45B4-89EA-C0189FAD40EA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xmlns="" val="0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xmlns="" id="0" name="" descr="Database"/>
        </a:ext>
      </dgm:extLst>
    </dgm:pt>
    <dgm:pt modelId="{40B53D52-4B97-4007-A29A-2B58DC931655}" type="pres">
      <dgm:prSet presAssocID="{670EEC55-C6C7-45B4-89EA-C0189FAD40EA}" presName="spaceRect" presStyleCnt="0"/>
      <dgm:spPr/>
    </dgm:pt>
    <dgm:pt modelId="{F08DF273-1BA5-419E-8EB4-102859D59E32}" type="pres">
      <dgm:prSet presAssocID="{670EEC55-C6C7-45B4-89EA-C0189FAD40EA}" presName="textRect" presStyleLbl="revTx" presStyleIdx="2" presStyleCnt="6">
        <dgm:presLayoutVars>
          <dgm:chMax val="1"/>
          <dgm:chPref val="1"/>
        </dgm:presLayoutVars>
      </dgm:prSet>
      <dgm:spPr/>
      <dgm:t>
        <a:bodyPr/>
        <a:lstStyle/>
        <a:p>
          <a:endParaRPr lang="en-US"/>
        </a:p>
      </dgm:t>
    </dgm:pt>
    <dgm:pt modelId="{69915890-6BEE-4E67-87A1-7B75F4FC2DA6}" type="pres">
      <dgm:prSet presAssocID="{7359A9E1-D03B-4506-B15E-2294404178B0}" presName="sibTrans" presStyleLbl="sibTrans2D1" presStyleIdx="0" presStyleCnt="0"/>
      <dgm:spPr/>
      <dgm:t>
        <a:bodyPr/>
        <a:lstStyle/>
        <a:p>
          <a:endParaRPr lang="en-US"/>
        </a:p>
      </dgm:t>
    </dgm:pt>
    <dgm:pt modelId="{6F502312-CCCF-42EA-9B01-97DA5DC4B3A6}" type="pres">
      <dgm:prSet presAssocID="{AC59A8E1-957D-4820-BE7C-5C48D7A07BA7}" presName="compNode" presStyleCnt="0"/>
      <dgm:spPr/>
    </dgm:pt>
    <dgm:pt modelId="{16ECF7B1-1101-4250-9F53-DC974D43DD5F}" type="pres">
      <dgm:prSet presAssocID="{AC59A8E1-957D-4820-BE7C-5C48D7A07BA7}" presName="iconBgRect" presStyleLbl="bgShp" presStyleIdx="3" presStyleCnt="6"/>
      <dgm:spPr/>
    </dgm:pt>
    <dgm:pt modelId="{50663313-02A9-40F5-B0DA-DB871FCC609C}" type="pres">
      <dgm:prSet presAssocID="{AC59A8E1-957D-4820-BE7C-5C48D7A07BA7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xmlns="" val="0"/>
              </a:ex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xmlns="" id="0" name="" descr="Microscope"/>
        </a:ext>
      </dgm:extLst>
    </dgm:pt>
    <dgm:pt modelId="{8765FB93-8DD9-48BB-B47C-6D937019BD28}" type="pres">
      <dgm:prSet presAssocID="{AC59A8E1-957D-4820-BE7C-5C48D7A07BA7}" presName="spaceRect" presStyleCnt="0"/>
      <dgm:spPr/>
    </dgm:pt>
    <dgm:pt modelId="{2DA50262-6FA6-4B1D-B4C2-6B6973EC5956}" type="pres">
      <dgm:prSet presAssocID="{AC59A8E1-957D-4820-BE7C-5C48D7A07BA7}" presName="textRect" presStyleLbl="revTx" presStyleIdx="3" presStyleCnt="6">
        <dgm:presLayoutVars>
          <dgm:chMax val="1"/>
          <dgm:chPref val="1"/>
        </dgm:presLayoutVars>
      </dgm:prSet>
      <dgm:spPr/>
      <dgm:t>
        <a:bodyPr/>
        <a:lstStyle/>
        <a:p>
          <a:endParaRPr lang="en-US"/>
        </a:p>
      </dgm:t>
    </dgm:pt>
    <dgm:pt modelId="{D2CCF2AA-8C31-45C2-8F11-17F1FA78497C}" type="pres">
      <dgm:prSet presAssocID="{0C0FA235-8910-4259-9B02-7A46FCDC756C}" presName="sibTrans" presStyleLbl="sibTrans2D1" presStyleIdx="0" presStyleCnt="0"/>
      <dgm:spPr/>
      <dgm:t>
        <a:bodyPr/>
        <a:lstStyle/>
        <a:p>
          <a:endParaRPr lang="en-US"/>
        </a:p>
      </dgm:t>
    </dgm:pt>
    <dgm:pt modelId="{ECDBF258-3135-406B-9EF0-B1C118CF9BBC}" type="pres">
      <dgm:prSet presAssocID="{AFC2A377-AC64-4039-B7C8-4CA06192513E}" presName="compNode" presStyleCnt="0"/>
      <dgm:spPr/>
    </dgm:pt>
    <dgm:pt modelId="{987055C6-4D12-4FB7-B1A4-4F145EDEEC35}" type="pres">
      <dgm:prSet presAssocID="{AFC2A377-AC64-4039-B7C8-4CA06192513E}" presName="iconBgRect" presStyleLbl="bgShp" presStyleIdx="4" presStyleCnt="6"/>
      <dgm:spPr/>
    </dgm:pt>
    <dgm:pt modelId="{7DB1283B-FA74-48B6-962B-9D90B7DA0F21}" type="pres">
      <dgm:prSet presAssocID="{AFC2A377-AC64-4039-B7C8-4CA06192513E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xmlns="" val="0"/>
              </a:ex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xmlns="" id="0" name="" descr="Network Diagram"/>
        </a:ext>
      </dgm:extLst>
    </dgm:pt>
    <dgm:pt modelId="{A61AF0A4-6CAE-49CA-9C89-5D1EB5015C4D}" type="pres">
      <dgm:prSet presAssocID="{AFC2A377-AC64-4039-B7C8-4CA06192513E}" presName="spaceRect" presStyleCnt="0"/>
      <dgm:spPr/>
    </dgm:pt>
    <dgm:pt modelId="{7775E760-84A5-4E1F-BB1D-C4AC939AFA7A}" type="pres">
      <dgm:prSet presAssocID="{AFC2A377-AC64-4039-B7C8-4CA06192513E}" presName="textRect" presStyleLbl="revTx" presStyleIdx="4" presStyleCnt="6">
        <dgm:presLayoutVars>
          <dgm:chMax val="1"/>
          <dgm:chPref val="1"/>
        </dgm:presLayoutVars>
      </dgm:prSet>
      <dgm:spPr/>
      <dgm:t>
        <a:bodyPr/>
        <a:lstStyle/>
        <a:p>
          <a:endParaRPr lang="en-US"/>
        </a:p>
      </dgm:t>
    </dgm:pt>
    <dgm:pt modelId="{DDA6C762-5458-4D97-9B93-1BFCD7093D8E}" type="pres">
      <dgm:prSet presAssocID="{3C87BA57-75CD-4D35-8AEE-B43425BE1692}" presName="sibTrans" presStyleLbl="sibTrans2D1" presStyleIdx="0" presStyleCnt="0"/>
      <dgm:spPr/>
      <dgm:t>
        <a:bodyPr/>
        <a:lstStyle/>
        <a:p>
          <a:endParaRPr lang="en-US"/>
        </a:p>
      </dgm:t>
    </dgm:pt>
    <dgm:pt modelId="{6D4E2590-D88B-48F4-99BA-7C3B9BD49B97}" type="pres">
      <dgm:prSet presAssocID="{19A7B225-6805-4A3B-910C-8EB33D7D8F44}" presName="compNode" presStyleCnt="0"/>
      <dgm:spPr/>
    </dgm:pt>
    <dgm:pt modelId="{82429A99-5ECD-4F29-B896-1DB0B7457D39}" type="pres">
      <dgm:prSet presAssocID="{19A7B225-6805-4A3B-910C-8EB33D7D8F44}" presName="iconBgRect" presStyleLbl="bgShp" presStyleIdx="5" presStyleCnt="6"/>
      <dgm:spPr/>
    </dgm:pt>
    <dgm:pt modelId="{757202D3-F5A4-4936-9596-1FAA12023BE4}" type="pres">
      <dgm:prSet presAssocID="{19A7B225-6805-4A3B-910C-8EB33D7D8F44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xmlns="" val="0"/>
              </a:ext>
              <a:ext uri="{96DAC541-7B7A-43D3-8B79-37D633B846F1}">
                <asvg:svgBlip xmlns:asvg="http://schemas.microsoft.com/office/drawing/2016/SVG/main" xmlns="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xmlns="" id="0" name="" descr="Programmer"/>
        </a:ext>
      </dgm:extLst>
    </dgm:pt>
    <dgm:pt modelId="{6AA63C2A-BF5B-475A-ABBF-A7ABCADD5DCA}" type="pres">
      <dgm:prSet presAssocID="{19A7B225-6805-4A3B-910C-8EB33D7D8F44}" presName="spaceRect" presStyleCnt="0"/>
      <dgm:spPr/>
    </dgm:pt>
    <dgm:pt modelId="{AD4AE7AD-197C-496A-8203-C27BFC9884D8}" type="pres">
      <dgm:prSet presAssocID="{19A7B225-6805-4A3B-910C-8EB33D7D8F44}" presName="textRect" presStyleLbl="revTx" presStyleIdx="5" presStyleCnt="6">
        <dgm:presLayoutVars>
          <dgm:chMax val="1"/>
          <dgm:chPref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BF602CEB-A93A-455C-9B6E-E3931F52412C}" type="presOf" srcId="{AC59A8E1-957D-4820-BE7C-5C48D7A07BA7}" destId="{2DA50262-6FA6-4B1D-B4C2-6B6973EC5956}" srcOrd="0" destOrd="0" presId="urn:microsoft.com/office/officeart/2018/2/layout/IconCircleList"/>
    <dgm:cxn modelId="{FF8357C3-22D5-4ED9-8EDA-FB41BEE8C161}" type="presOf" srcId="{94320BB8-059B-477F-8B42-D109A440209B}" destId="{9D27E8B0-35AB-48E9-99DC-75CD3E00D008}" srcOrd="0" destOrd="0" presId="urn:microsoft.com/office/officeart/2018/2/layout/IconCircleList"/>
    <dgm:cxn modelId="{B36112C2-E9B8-4000-95B1-D9EA1A4B2AE1}" srcId="{94320BB8-059B-477F-8B42-D109A440209B}" destId="{19A7B225-6805-4A3B-910C-8EB33D7D8F44}" srcOrd="5" destOrd="0" parTransId="{09AF0FC3-C632-4548-A9E8-89D39E3EE82E}" sibTransId="{9DC4D3E9-A425-41A1-A6CA-55175D6A74B5}"/>
    <dgm:cxn modelId="{362CF5A7-7BAB-4F18-BE2F-83A7A55605C8}" type="presOf" srcId="{94BD9E2F-3754-41AA-B6F1-B96B1D81CCA2}" destId="{A39F0050-17E3-40F4-A40A-2086EBEC19C8}" srcOrd="0" destOrd="0" presId="urn:microsoft.com/office/officeart/2018/2/layout/IconCircleList"/>
    <dgm:cxn modelId="{A83D8A50-0A34-4B18-BEF0-F5CCA551A490}" srcId="{94320BB8-059B-477F-8B42-D109A440209B}" destId="{5555180C-FED6-48A8-904F-6AB3A7BA9131}" srcOrd="0" destOrd="0" parTransId="{1FE4C4EC-287B-4ABD-8F4A-BAA3D4B4EF7A}" sibTransId="{94BD9E2F-3754-41AA-B6F1-B96B1D81CCA2}"/>
    <dgm:cxn modelId="{7BB50BD3-601F-436B-8AD1-5B30B34595FA}" type="presOf" srcId="{AFC2A377-AC64-4039-B7C8-4CA06192513E}" destId="{7775E760-84A5-4E1F-BB1D-C4AC939AFA7A}" srcOrd="0" destOrd="0" presId="urn:microsoft.com/office/officeart/2018/2/layout/IconCircleList"/>
    <dgm:cxn modelId="{AFE6D5F0-86D7-41BE-9F90-76E235E2731A}" type="presOf" srcId="{3C87BA57-75CD-4D35-8AEE-B43425BE1692}" destId="{DDA6C762-5458-4D97-9B93-1BFCD7093D8E}" srcOrd="0" destOrd="0" presId="urn:microsoft.com/office/officeart/2018/2/layout/IconCircleList"/>
    <dgm:cxn modelId="{C9F44F84-CFBE-48B0-A3D5-204E311C0BEA}" type="presOf" srcId="{7359A9E1-D03B-4506-B15E-2294404178B0}" destId="{69915890-6BEE-4E67-87A1-7B75F4FC2DA6}" srcOrd="0" destOrd="0" presId="urn:microsoft.com/office/officeart/2018/2/layout/IconCircleList"/>
    <dgm:cxn modelId="{F4119204-BDC9-445B-9D22-AE36683DEDB5}" srcId="{94320BB8-059B-477F-8B42-D109A440209B}" destId="{AC59A8E1-957D-4820-BE7C-5C48D7A07BA7}" srcOrd="3" destOrd="0" parTransId="{BD67EBFB-C85C-4543-92E4-6D2907954AD5}" sibTransId="{0C0FA235-8910-4259-9B02-7A46FCDC756C}"/>
    <dgm:cxn modelId="{523E05AA-DF41-4E64-942F-AE9DA60E88FC}" type="presOf" srcId="{5555180C-FED6-48A8-904F-6AB3A7BA9131}" destId="{D5642AA8-9173-4DB3-B7F8-094DB2C51D3F}" srcOrd="0" destOrd="0" presId="urn:microsoft.com/office/officeart/2018/2/layout/IconCircleList"/>
    <dgm:cxn modelId="{D30D085C-7CBB-4F33-B442-AB37700F21BF}" srcId="{94320BB8-059B-477F-8B42-D109A440209B}" destId="{5A86202E-EED7-4D34-BE0C-3CE141C327F6}" srcOrd="1" destOrd="0" parTransId="{4BB00BEB-DC93-4D49-A434-DCBC62D7819B}" sibTransId="{D408F8F3-590A-4FB9-A970-502EE0663948}"/>
    <dgm:cxn modelId="{46282D61-9F37-4FB7-BF26-D3F355EC6A25}" srcId="{94320BB8-059B-477F-8B42-D109A440209B}" destId="{AFC2A377-AC64-4039-B7C8-4CA06192513E}" srcOrd="4" destOrd="0" parTransId="{2EEB017D-10ED-48BB-9283-6176625CA20E}" sibTransId="{3C87BA57-75CD-4D35-8AEE-B43425BE1692}"/>
    <dgm:cxn modelId="{78356A47-114D-4B02-A8FE-C54788E50294}" type="presOf" srcId="{D408F8F3-590A-4FB9-A970-502EE0663948}" destId="{238E3481-E396-4EA9-9F73-440B4F0301B8}" srcOrd="0" destOrd="0" presId="urn:microsoft.com/office/officeart/2018/2/layout/IconCircleList"/>
    <dgm:cxn modelId="{CD8E5B59-E041-4173-9770-F022D3BEC6E0}" srcId="{94320BB8-059B-477F-8B42-D109A440209B}" destId="{670EEC55-C6C7-45B4-89EA-C0189FAD40EA}" srcOrd="2" destOrd="0" parTransId="{B0F43F7E-3705-43D0-90FE-641831E8ADAA}" sibTransId="{7359A9E1-D03B-4506-B15E-2294404178B0}"/>
    <dgm:cxn modelId="{2FDA1DB5-2FAF-4DB7-9185-A4DA9EEC74D1}" type="presOf" srcId="{19A7B225-6805-4A3B-910C-8EB33D7D8F44}" destId="{AD4AE7AD-197C-496A-8203-C27BFC9884D8}" srcOrd="0" destOrd="0" presId="urn:microsoft.com/office/officeart/2018/2/layout/IconCircleList"/>
    <dgm:cxn modelId="{04CB00F7-DAF0-4F1C-AF15-D76AAB26E925}" type="presOf" srcId="{5A86202E-EED7-4D34-BE0C-3CE141C327F6}" destId="{32183117-5920-4051-851A-EAC3E6CE07BF}" srcOrd="0" destOrd="0" presId="urn:microsoft.com/office/officeart/2018/2/layout/IconCircleList"/>
    <dgm:cxn modelId="{CA89F843-DC07-4BFA-A6F5-D082592EA08F}" type="presOf" srcId="{670EEC55-C6C7-45B4-89EA-C0189FAD40EA}" destId="{F08DF273-1BA5-419E-8EB4-102859D59E32}" srcOrd="0" destOrd="0" presId="urn:microsoft.com/office/officeart/2018/2/layout/IconCircleList"/>
    <dgm:cxn modelId="{43377260-58F4-4D75-9CAC-CD9D94F1B30F}" type="presOf" srcId="{0C0FA235-8910-4259-9B02-7A46FCDC756C}" destId="{D2CCF2AA-8C31-45C2-8F11-17F1FA78497C}" srcOrd="0" destOrd="0" presId="urn:microsoft.com/office/officeart/2018/2/layout/IconCircleList"/>
    <dgm:cxn modelId="{6089C3F6-A674-4035-A749-2177C6231D89}" type="presParOf" srcId="{9D27E8B0-35AB-48E9-99DC-75CD3E00D008}" destId="{8C6163AD-A449-4968-AE19-26F3F9F0FE41}" srcOrd="0" destOrd="0" presId="urn:microsoft.com/office/officeart/2018/2/layout/IconCircleList"/>
    <dgm:cxn modelId="{FFC989B2-4592-49DC-B206-9B69175111E0}" type="presParOf" srcId="{8C6163AD-A449-4968-AE19-26F3F9F0FE41}" destId="{B7230019-5AB6-4F53-BD1B-C5445AE05BA9}" srcOrd="0" destOrd="0" presId="urn:microsoft.com/office/officeart/2018/2/layout/IconCircleList"/>
    <dgm:cxn modelId="{68C8CEFE-BA5A-4A46-85C8-28C1F7CA3775}" type="presParOf" srcId="{B7230019-5AB6-4F53-BD1B-C5445AE05BA9}" destId="{83484E95-AA48-41CD-ACAC-4EA2CD9A62A0}" srcOrd="0" destOrd="0" presId="urn:microsoft.com/office/officeart/2018/2/layout/IconCircleList"/>
    <dgm:cxn modelId="{E8D689A5-AF4D-4026-9AF4-A38327F107F2}" type="presParOf" srcId="{B7230019-5AB6-4F53-BD1B-C5445AE05BA9}" destId="{E9129B74-B784-49B2-9A00-EB7FE7503436}" srcOrd="1" destOrd="0" presId="urn:microsoft.com/office/officeart/2018/2/layout/IconCircleList"/>
    <dgm:cxn modelId="{E10A2611-22C1-4F77-BAC8-5607A3F1E74A}" type="presParOf" srcId="{B7230019-5AB6-4F53-BD1B-C5445AE05BA9}" destId="{28A3EF0B-7D9B-46D4-93A2-09902DF8F39F}" srcOrd="2" destOrd="0" presId="urn:microsoft.com/office/officeart/2018/2/layout/IconCircleList"/>
    <dgm:cxn modelId="{5BBA112B-5B2F-49A6-9590-28C556D1B20E}" type="presParOf" srcId="{B7230019-5AB6-4F53-BD1B-C5445AE05BA9}" destId="{D5642AA8-9173-4DB3-B7F8-094DB2C51D3F}" srcOrd="3" destOrd="0" presId="urn:microsoft.com/office/officeart/2018/2/layout/IconCircleList"/>
    <dgm:cxn modelId="{66F876C2-93B4-4082-9285-C7565A373043}" type="presParOf" srcId="{8C6163AD-A449-4968-AE19-26F3F9F0FE41}" destId="{A39F0050-17E3-40F4-A40A-2086EBEC19C8}" srcOrd="1" destOrd="0" presId="urn:microsoft.com/office/officeart/2018/2/layout/IconCircleList"/>
    <dgm:cxn modelId="{4D593E68-2786-4BCA-883D-32DF9A9B5068}" type="presParOf" srcId="{8C6163AD-A449-4968-AE19-26F3F9F0FE41}" destId="{E33C7FF2-27A8-49CD-8141-98CA05286791}" srcOrd="2" destOrd="0" presId="urn:microsoft.com/office/officeart/2018/2/layout/IconCircleList"/>
    <dgm:cxn modelId="{3FE849EB-C60E-4DA8-A5C1-7BEFEBF97101}" type="presParOf" srcId="{E33C7FF2-27A8-49CD-8141-98CA05286791}" destId="{1A51F7A2-D96D-4284-AD47-D93050997A85}" srcOrd="0" destOrd="0" presId="urn:microsoft.com/office/officeart/2018/2/layout/IconCircleList"/>
    <dgm:cxn modelId="{463B7904-8575-4F66-82A8-8A13705372A1}" type="presParOf" srcId="{E33C7FF2-27A8-49CD-8141-98CA05286791}" destId="{F63779CA-99EE-4386-B030-AA04F8009A7D}" srcOrd="1" destOrd="0" presId="urn:microsoft.com/office/officeart/2018/2/layout/IconCircleList"/>
    <dgm:cxn modelId="{ECC04210-15E5-4A5B-83C6-90B922366442}" type="presParOf" srcId="{E33C7FF2-27A8-49CD-8141-98CA05286791}" destId="{2B09933E-141E-4690-BC46-440F6BACB6B9}" srcOrd="2" destOrd="0" presId="urn:microsoft.com/office/officeart/2018/2/layout/IconCircleList"/>
    <dgm:cxn modelId="{17D38198-2B53-4146-9D51-7A8C11E1DC05}" type="presParOf" srcId="{E33C7FF2-27A8-49CD-8141-98CA05286791}" destId="{32183117-5920-4051-851A-EAC3E6CE07BF}" srcOrd="3" destOrd="0" presId="urn:microsoft.com/office/officeart/2018/2/layout/IconCircleList"/>
    <dgm:cxn modelId="{D0501216-E0A3-486E-BBEA-93C887698BEE}" type="presParOf" srcId="{8C6163AD-A449-4968-AE19-26F3F9F0FE41}" destId="{238E3481-E396-4EA9-9F73-440B4F0301B8}" srcOrd="3" destOrd="0" presId="urn:microsoft.com/office/officeart/2018/2/layout/IconCircleList"/>
    <dgm:cxn modelId="{090F4770-701E-494D-950A-C53F7EA5E044}" type="presParOf" srcId="{8C6163AD-A449-4968-AE19-26F3F9F0FE41}" destId="{21AD3B99-5C52-4C32-A250-1883489D8649}" srcOrd="4" destOrd="0" presId="urn:microsoft.com/office/officeart/2018/2/layout/IconCircleList"/>
    <dgm:cxn modelId="{76B2CFC4-AA0A-4D2D-B031-8AE9314509EC}" type="presParOf" srcId="{21AD3B99-5C52-4C32-A250-1883489D8649}" destId="{7CDFD7AE-549A-4465-8755-616B77E57F7A}" srcOrd="0" destOrd="0" presId="urn:microsoft.com/office/officeart/2018/2/layout/IconCircleList"/>
    <dgm:cxn modelId="{E29781E6-964B-4282-97CF-223E98A49C0B}" type="presParOf" srcId="{21AD3B99-5C52-4C32-A250-1883489D8649}" destId="{C67F9ACC-CB1A-4C32-965B-F25FD5956532}" srcOrd="1" destOrd="0" presId="urn:microsoft.com/office/officeart/2018/2/layout/IconCircleList"/>
    <dgm:cxn modelId="{92D6B41E-5F33-4E99-9A7F-05C4A7F2C7DB}" type="presParOf" srcId="{21AD3B99-5C52-4C32-A250-1883489D8649}" destId="{40B53D52-4B97-4007-A29A-2B58DC931655}" srcOrd="2" destOrd="0" presId="urn:microsoft.com/office/officeart/2018/2/layout/IconCircleList"/>
    <dgm:cxn modelId="{F78EAE03-2209-44A5-8957-FC931FC2A60B}" type="presParOf" srcId="{21AD3B99-5C52-4C32-A250-1883489D8649}" destId="{F08DF273-1BA5-419E-8EB4-102859D59E32}" srcOrd="3" destOrd="0" presId="urn:microsoft.com/office/officeart/2018/2/layout/IconCircleList"/>
    <dgm:cxn modelId="{0AA46ECC-3630-4FC7-AC78-B06A05A2BDD5}" type="presParOf" srcId="{8C6163AD-A449-4968-AE19-26F3F9F0FE41}" destId="{69915890-6BEE-4E67-87A1-7B75F4FC2DA6}" srcOrd="5" destOrd="0" presId="urn:microsoft.com/office/officeart/2018/2/layout/IconCircleList"/>
    <dgm:cxn modelId="{C4211080-FBFE-46C6-8025-95F660807D7B}" type="presParOf" srcId="{8C6163AD-A449-4968-AE19-26F3F9F0FE41}" destId="{6F502312-CCCF-42EA-9B01-97DA5DC4B3A6}" srcOrd="6" destOrd="0" presId="urn:microsoft.com/office/officeart/2018/2/layout/IconCircleList"/>
    <dgm:cxn modelId="{09EF153A-8F17-4259-85F5-CBCB9C4E3588}" type="presParOf" srcId="{6F502312-CCCF-42EA-9B01-97DA5DC4B3A6}" destId="{16ECF7B1-1101-4250-9F53-DC974D43DD5F}" srcOrd="0" destOrd="0" presId="urn:microsoft.com/office/officeart/2018/2/layout/IconCircleList"/>
    <dgm:cxn modelId="{E3721BE6-4F74-4A65-9B1D-18C459B55679}" type="presParOf" srcId="{6F502312-CCCF-42EA-9B01-97DA5DC4B3A6}" destId="{50663313-02A9-40F5-B0DA-DB871FCC609C}" srcOrd="1" destOrd="0" presId="urn:microsoft.com/office/officeart/2018/2/layout/IconCircleList"/>
    <dgm:cxn modelId="{3F5A4FDA-9D9A-4F98-BCCF-6BF7A15AC5FE}" type="presParOf" srcId="{6F502312-CCCF-42EA-9B01-97DA5DC4B3A6}" destId="{8765FB93-8DD9-48BB-B47C-6D937019BD28}" srcOrd="2" destOrd="0" presId="urn:microsoft.com/office/officeart/2018/2/layout/IconCircleList"/>
    <dgm:cxn modelId="{A66D36C9-F5BA-4F99-A994-79EB5E52EE45}" type="presParOf" srcId="{6F502312-CCCF-42EA-9B01-97DA5DC4B3A6}" destId="{2DA50262-6FA6-4B1D-B4C2-6B6973EC5956}" srcOrd="3" destOrd="0" presId="urn:microsoft.com/office/officeart/2018/2/layout/IconCircleList"/>
    <dgm:cxn modelId="{25100808-B813-4520-818B-09F5C679D594}" type="presParOf" srcId="{8C6163AD-A449-4968-AE19-26F3F9F0FE41}" destId="{D2CCF2AA-8C31-45C2-8F11-17F1FA78497C}" srcOrd="7" destOrd="0" presId="urn:microsoft.com/office/officeart/2018/2/layout/IconCircleList"/>
    <dgm:cxn modelId="{363E0865-935B-4550-9172-0A4E8D728740}" type="presParOf" srcId="{8C6163AD-A449-4968-AE19-26F3F9F0FE41}" destId="{ECDBF258-3135-406B-9EF0-B1C118CF9BBC}" srcOrd="8" destOrd="0" presId="urn:microsoft.com/office/officeart/2018/2/layout/IconCircleList"/>
    <dgm:cxn modelId="{E4D3C5CC-CB70-4723-B139-DE788069B6E2}" type="presParOf" srcId="{ECDBF258-3135-406B-9EF0-B1C118CF9BBC}" destId="{987055C6-4D12-4FB7-B1A4-4F145EDEEC35}" srcOrd="0" destOrd="0" presId="urn:microsoft.com/office/officeart/2018/2/layout/IconCircleList"/>
    <dgm:cxn modelId="{8715D1C5-2C11-4974-A045-51B3164917A3}" type="presParOf" srcId="{ECDBF258-3135-406B-9EF0-B1C118CF9BBC}" destId="{7DB1283B-FA74-48B6-962B-9D90B7DA0F21}" srcOrd="1" destOrd="0" presId="urn:microsoft.com/office/officeart/2018/2/layout/IconCircleList"/>
    <dgm:cxn modelId="{FAAFE7C9-6D01-4A80-87F7-96B380AAA55A}" type="presParOf" srcId="{ECDBF258-3135-406B-9EF0-B1C118CF9BBC}" destId="{A61AF0A4-6CAE-49CA-9C89-5D1EB5015C4D}" srcOrd="2" destOrd="0" presId="urn:microsoft.com/office/officeart/2018/2/layout/IconCircleList"/>
    <dgm:cxn modelId="{7FC54A75-E078-4CED-96A9-4CA07672C90F}" type="presParOf" srcId="{ECDBF258-3135-406B-9EF0-B1C118CF9BBC}" destId="{7775E760-84A5-4E1F-BB1D-C4AC939AFA7A}" srcOrd="3" destOrd="0" presId="urn:microsoft.com/office/officeart/2018/2/layout/IconCircleList"/>
    <dgm:cxn modelId="{3EAA9854-9268-49AA-9516-1C731A711E4D}" type="presParOf" srcId="{8C6163AD-A449-4968-AE19-26F3F9F0FE41}" destId="{DDA6C762-5458-4D97-9B93-1BFCD7093D8E}" srcOrd="9" destOrd="0" presId="urn:microsoft.com/office/officeart/2018/2/layout/IconCircleList"/>
    <dgm:cxn modelId="{0E5EE356-47DD-47F9-BAF4-28260DDF10CB}" type="presParOf" srcId="{8C6163AD-A449-4968-AE19-26F3F9F0FE41}" destId="{6D4E2590-D88B-48F4-99BA-7C3B9BD49B97}" srcOrd="10" destOrd="0" presId="urn:microsoft.com/office/officeart/2018/2/layout/IconCircleList"/>
    <dgm:cxn modelId="{B4531E96-22D5-4E38-986E-E83F35D05617}" type="presParOf" srcId="{6D4E2590-D88B-48F4-99BA-7C3B9BD49B97}" destId="{82429A99-5ECD-4F29-B896-1DB0B7457D39}" srcOrd="0" destOrd="0" presId="urn:microsoft.com/office/officeart/2018/2/layout/IconCircleList"/>
    <dgm:cxn modelId="{C911DA91-6F86-4BDC-B7A4-4816061F0219}" type="presParOf" srcId="{6D4E2590-D88B-48F4-99BA-7C3B9BD49B97}" destId="{757202D3-F5A4-4936-9596-1FAA12023BE4}" srcOrd="1" destOrd="0" presId="urn:microsoft.com/office/officeart/2018/2/layout/IconCircleList"/>
    <dgm:cxn modelId="{2C7521D6-76F6-456F-A2E4-5AACFC6DC275}" type="presParOf" srcId="{6D4E2590-D88B-48F4-99BA-7C3B9BD49B97}" destId="{6AA63C2A-BF5B-475A-ABBF-A7ABCADD5DCA}" srcOrd="2" destOrd="0" presId="urn:microsoft.com/office/officeart/2018/2/layout/IconCircleList"/>
    <dgm:cxn modelId="{06589F54-E2A3-48BB-BE6F-3F6AEAAAC00B}" type="presParOf" srcId="{6D4E2590-D88B-48F4-99BA-7C3B9BD49B97}" destId="{AD4AE7AD-197C-496A-8203-C27BFC9884D8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484E95-AA48-41CD-ACAC-4EA2CD9A62A0}">
      <dsp:nvSpPr>
        <dsp:cNvPr id="0" name=""/>
        <dsp:cNvSpPr/>
      </dsp:nvSpPr>
      <dsp:spPr>
        <a:xfrm>
          <a:off x="82613" y="908559"/>
          <a:ext cx="897246" cy="897246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129B74-B784-49B2-9A00-EB7FE7503436}">
      <dsp:nvSpPr>
        <dsp:cNvPr id="0" name=""/>
        <dsp:cNvSpPr/>
      </dsp:nvSpPr>
      <dsp:spPr>
        <a:xfrm>
          <a:off x="271034" y="1096980"/>
          <a:ext cx="520402" cy="52040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642AA8-9173-4DB3-B7F8-094DB2C51D3F}">
      <dsp:nvSpPr>
        <dsp:cNvPr id="0" name=""/>
        <dsp:cNvSpPr/>
      </dsp:nvSpPr>
      <dsp:spPr>
        <a:xfrm>
          <a:off x="1172126" y="908559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 err="1"/>
            <a:t>MLflow</a:t>
          </a:r>
          <a:r>
            <a:rPr lang="en-US" sz="1100" kern="1200" dirty="0"/>
            <a:t> is an open source platform for managing the end-to-end machine learning lifecycle</a:t>
          </a:r>
          <a:r>
            <a:rPr lang="en-US" sz="1100" kern="1200"/>
            <a:t>. </a:t>
          </a:r>
          <a:endParaRPr lang="en-US" sz="1100" kern="1200" dirty="0"/>
        </a:p>
      </dsp:txBody>
      <dsp:txXfrm>
        <a:off x="1172126" y="908559"/>
        <a:ext cx="2114937" cy="897246"/>
      </dsp:txXfrm>
    </dsp:sp>
    <dsp:sp modelId="{1A51F7A2-D96D-4284-AD47-D93050997A85}">
      <dsp:nvSpPr>
        <dsp:cNvPr id="0" name=""/>
        <dsp:cNvSpPr/>
      </dsp:nvSpPr>
      <dsp:spPr>
        <a:xfrm>
          <a:off x="3655575" y="908559"/>
          <a:ext cx="897246" cy="897246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63779CA-99EE-4386-B030-AA04F8009A7D}">
      <dsp:nvSpPr>
        <dsp:cNvPr id="0" name=""/>
        <dsp:cNvSpPr/>
      </dsp:nvSpPr>
      <dsp:spPr>
        <a:xfrm>
          <a:off x="3843996" y="1096980"/>
          <a:ext cx="520402" cy="52040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183117-5920-4051-851A-EAC3E6CE07BF}">
      <dsp:nvSpPr>
        <dsp:cNvPr id="0" name=""/>
        <dsp:cNvSpPr/>
      </dsp:nvSpPr>
      <dsp:spPr>
        <a:xfrm>
          <a:off x="4745088" y="908559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Tracking: Allows you to track experiments to record and compare parameters and results.</a:t>
          </a:r>
        </a:p>
      </dsp:txBody>
      <dsp:txXfrm>
        <a:off x="4745088" y="908559"/>
        <a:ext cx="2114937" cy="897246"/>
      </dsp:txXfrm>
    </dsp:sp>
    <dsp:sp modelId="{7CDFD7AE-549A-4465-8755-616B77E57F7A}">
      <dsp:nvSpPr>
        <dsp:cNvPr id="0" name=""/>
        <dsp:cNvSpPr/>
      </dsp:nvSpPr>
      <dsp:spPr>
        <a:xfrm>
          <a:off x="7228536" y="908559"/>
          <a:ext cx="897246" cy="897246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7F9ACC-CB1A-4C32-965B-F25FD5956532}">
      <dsp:nvSpPr>
        <dsp:cNvPr id="0" name=""/>
        <dsp:cNvSpPr/>
      </dsp:nvSpPr>
      <dsp:spPr>
        <a:xfrm>
          <a:off x="7416958" y="1096980"/>
          <a:ext cx="520402" cy="52040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8DF273-1BA5-419E-8EB4-102859D59E32}">
      <dsp:nvSpPr>
        <dsp:cNvPr id="0" name=""/>
        <dsp:cNvSpPr/>
      </dsp:nvSpPr>
      <dsp:spPr>
        <a:xfrm>
          <a:off x="8318049" y="908559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Models: Allow you to manage and deploy models from a variety of ML libraries to a variety of model serving and inference platforms.</a:t>
          </a:r>
        </a:p>
      </dsp:txBody>
      <dsp:txXfrm>
        <a:off x="8318049" y="908559"/>
        <a:ext cx="2114937" cy="897246"/>
      </dsp:txXfrm>
    </dsp:sp>
    <dsp:sp modelId="{16ECF7B1-1101-4250-9F53-DC974D43DD5F}">
      <dsp:nvSpPr>
        <dsp:cNvPr id="0" name=""/>
        <dsp:cNvSpPr/>
      </dsp:nvSpPr>
      <dsp:spPr>
        <a:xfrm>
          <a:off x="82613" y="2545532"/>
          <a:ext cx="897246" cy="897246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0663313-02A9-40F5-B0DA-DB871FCC609C}">
      <dsp:nvSpPr>
        <dsp:cNvPr id="0" name=""/>
        <dsp:cNvSpPr/>
      </dsp:nvSpPr>
      <dsp:spPr>
        <a:xfrm>
          <a:off x="271034" y="2733954"/>
          <a:ext cx="520402" cy="52040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A50262-6FA6-4B1D-B4C2-6B6973EC5956}">
      <dsp:nvSpPr>
        <dsp:cNvPr id="0" name=""/>
        <dsp:cNvSpPr/>
      </dsp:nvSpPr>
      <dsp:spPr>
        <a:xfrm>
          <a:off x="1172126" y="2545532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Projects: Allow you to package ML code in a reusable, reproducible form to share with other data scientists or transfer to production.</a:t>
          </a:r>
        </a:p>
      </dsp:txBody>
      <dsp:txXfrm>
        <a:off x="1172126" y="2545532"/>
        <a:ext cx="2114937" cy="897246"/>
      </dsp:txXfrm>
    </dsp:sp>
    <dsp:sp modelId="{987055C6-4D12-4FB7-B1A4-4F145EDEEC35}">
      <dsp:nvSpPr>
        <dsp:cNvPr id="0" name=""/>
        <dsp:cNvSpPr/>
      </dsp:nvSpPr>
      <dsp:spPr>
        <a:xfrm>
          <a:off x="3655575" y="2545532"/>
          <a:ext cx="897246" cy="897246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B1283B-FA74-48B6-962B-9D90B7DA0F21}">
      <dsp:nvSpPr>
        <dsp:cNvPr id="0" name=""/>
        <dsp:cNvSpPr/>
      </dsp:nvSpPr>
      <dsp:spPr>
        <a:xfrm>
          <a:off x="3843996" y="2733954"/>
          <a:ext cx="520402" cy="520402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75E760-84A5-4E1F-BB1D-C4AC939AFA7A}">
      <dsp:nvSpPr>
        <dsp:cNvPr id="0" name=""/>
        <dsp:cNvSpPr/>
      </dsp:nvSpPr>
      <dsp:spPr>
        <a:xfrm>
          <a:off x="4745088" y="2545532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Model Registry: Allows you to centralize a model store for managing models’ full lifecycle stage transitions: from staging to production, with capabilities for versioning and annotating. Databricks provides a managed version of the Model Registry in Unity Catalog.</a:t>
          </a:r>
        </a:p>
      </dsp:txBody>
      <dsp:txXfrm>
        <a:off x="4745088" y="2545532"/>
        <a:ext cx="2114937" cy="897246"/>
      </dsp:txXfrm>
    </dsp:sp>
    <dsp:sp modelId="{82429A99-5ECD-4F29-B896-1DB0B7457D39}">
      <dsp:nvSpPr>
        <dsp:cNvPr id="0" name=""/>
        <dsp:cNvSpPr/>
      </dsp:nvSpPr>
      <dsp:spPr>
        <a:xfrm>
          <a:off x="7228536" y="2545532"/>
          <a:ext cx="897246" cy="897246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57202D3-F5A4-4936-9596-1FAA12023BE4}">
      <dsp:nvSpPr>
        <dsp:cNvPr id="0" name=""/>
        <dsp:cNvSpPr/>
      </dsp:nvSpPr>
      <dsp:spPr>
        <a:xfrm>
          <a:off x="7416958" y="2733954"/>
          <a:ext cx="520402" cy="520402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4AE7AD-197C-496A-8203-C27BFC9884D8}">
      <dsp:nvSpPr>
        <dsp:cNvPr id="0" name=""/>
        <dsp:cNvSpPr/>
      </dsp:nvSpPr>
      <dsp:spPr>
        <a:xfrm>
          <a:off x="8318049" y="2545532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Model Serving: Allows you to host MLflow models as REST endpoints. Databricks provides a unified interface to deploy, govern, and query your served AI models.</a:t>
          </a:r>
        </a:p>
      </dsp:txBody>
      <dsp:txXfrm>
        <a:off x="8318049" y="2545532"/>
        <a:ext cx="2114937" cy="89724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 xmlns="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3F5698-6D2C-41DA-A2EF-F8D4F49FD708}" type="datetimeFigureOut">
              <a:rPr lang="en-IN" smtClean="0"/>
              <a:pPr/>
              <a:t>26-06-2025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99A969-D545-43F0-A6BD-6ECDC81429D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652744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Machine learning is a programming technique used to create predictive models. Unlike typical programming, in which code is used to describe specific steps to produce an outcome; machine learning relies on the use of an </a:t>
            </a:r>
            <a:r>
              <a:rPr lang="en-US" b="0" i="1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algorithm</a:t>
            </a:r>
            <a:r>
              <a:rPr lang="en-US" b="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 to iteratively explore the relationship between the </a:t>
            </a:r>
            <a:r>
              <a:rPr lang="en-US" b="0" i="1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features</a:t>
            </a:r>
            <a:r>
              <a:rPr lang="en-US" b="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 of a data entity and the </a:t>
            </a:r>
            <a:r>
              <a:rPr lang="en-US" b="0" i="1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label</a:t>
            </a:r>
            <a:r>
              <a:rPr lang="en-US" b="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 the resulting model should predict. Machine learning algorithms are based on probability theory and statistics, and rely on large volumes of data with which to train the model.</a:t>
            </a:r>
          </a:p>
          <a:p>
            <a:pPr algn="l"/>
            <a:r>
              <a:rPr lang="en-US" b="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At a simplistic level, a machine learning model is a </a:t>
            </a:r>
            <a:r>
              <a:rPr lang="en-US" b="0" i="1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function</a:t>
            </a:r>
            <a:r>
              <a:rPr lang="en-US" b="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 that takes the </a:t>
            </a:r>
            <a:r>
              <a:rPr lang="en-US" b="0" i="1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features</a:t>
            </a:r>
            <a:r>
              <a:rPr lang="en-US" b="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 of an observed entity (its characteristics) and performs a calculation on them to return a predicted </a:t>
            </a:r>
            <a:r>
              <a:rPr lang="en-US" b="0" i="1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label</a:t>
            </a:r>
            <a:r>
              <a:rPr lang="en-US" b="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. It's common to refer in general to the features as </a:t>
            </a:r>
            <a:r>
              <a:rPr lang="en-US" b="1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x</a:t>
            </a:r>
            <a:r>
              <a:rPr lang="en-US" b="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 and the predicted label as </a:t>
            </a:r>
            <a:r>
              <a:rPr lang="en-US" b="1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y</a:t>
            </a:r>
            <a:r>
              <a:rPr lang="en-US" b="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; so in effect, a machine learning model is the function </a:t>
            </a:r>
            <a:r>
              <a:rPr lang="en-US" b="1" i="1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f</a:t>
            </a:r>
            <a:r>
              <a:rPr lang="en-US" b="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 in the expression y = f(x).</a:t>
            </a:r>
          </a:p>
          <a:p>
            <a:pPr algn="l"/>
            <a:r>
              <a:rPr lang="en-US" b="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The specific operation that the function performs on the features in order to calculate a value for the label is determined by the algorithm used to train the model.</a:t>
            </a:r>
          </a:p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 sz="400" dirty="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61486BA7-839C-4D2B-BD52-EF0BBA8433FD}" type="datetime8">
              <a:rPr lang="en-US" smtClean="0"/>
              <a:pPr/>
              <a:t>6/26/2025 11:00 AM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0221950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D4A46A3-0726-9840-A9C4-CEF0908B96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57E29E07-1932-9D16-615C-955ECA2344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51A5C308-A0F0-862B-0391-272B8F10E9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69D0A-DF47-40A5-96C7-E5254489CF8C}" type="datetimeFigureOut">
              <a:rPr lang="en-IN" smtClean="0"/>
              <a:pPr/>
              <a:t>26-06-2025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2B98432-9533-A87E-30E2-D86A194F0F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C131CC48-F2C4-D286-095E-D7907AF9A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4145A-C4D0-4B2C-811F-66542F3401A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1097053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9A63758-0D62-5F1D-0D34-FDD39E2DB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28C0029-2E72-046F-4D96-88569794F0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7C09A6B8-B768-F6D3-C3C5-9D3535F2C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69D0A-DF47-40A5-96C7-E5254489CF8C}" type="datetimeFigureOut">
              <a:rPr lang="en-IN" smtClean="0"/>
              <a:pPr/>
              <a:t>26-06-2025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5FE2DBD-31E9-4887-4B23-1B6CA60DE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2C63403-C739-2297-5766-0EBA5DBFB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4145A-C4D0-4B2C-811F-66542F3401A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4203241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92CDCBD-B0E0-B123-4AAE-ACA19489E0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1C4DBD28-F4AA-83FB-BE0D-B58AB12792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4478061-9A96-29D2-7EDF-19E57400E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69D0A-DF47-40A5-96C7-E5254489CF8C}" type="datetimeFigureOut">
              <a:rPr lang="en-IN" smtClean="0"/>
              <a:pPr/>
              <a:t>26-06-2025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79D6683-8E5D-74AB-464D-9D45474C2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6624D66-B355-4E0F-8FFA-87F32142B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4145A-C4D0-4B2C-811F-66542F3401A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1363143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F58414E-AC7C-5B1E-9A1A-D41923FA2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905E95C-9245-A17B-5216-E5CACD5F26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0458539F-1FDB-259B-FE3F-8985C64C4E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C4B96FD8-D5F4-07E8-3C4D-C9827EAF0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69D0A-DF47-40A5-96C7-E5254489CF8C}" type="datetimeFigureOut">
              <a:rPr lang="en-IN" smtClean="0"/>
              <a:pPr/>
              <a:t>26-06-2025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8617489F-4B8C-13C9-4B2C-97571266E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48EE5A8D-4365-77BC-7A93-CB6AE530B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4145A-C4D0-4B2C-811F-66542F3401A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6699398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1AB14A9-96D8-B88E-025E-373CA590A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B25B679C-C5F9-27EC-0D2C-D64335FCE0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11F63CEF-7853-29ED-7C52-F6D337C32D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E7018362-CCB3-F194-F1D1-EA747349C4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E342CCB4-146C-BC98-F6CA-2C0AF9515B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93785116-F246-38AA-FFBE-FBE63C56D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69D0A-DF47-40A5-96C7-E5254489CF8C}" type="datetimeFigureOut">
              <a:rPr lang="en-IN" smtClean="0"/>
              <a:pPr/>
              <a:t>26-06-2025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001FBC4A-A7CF-DCBA-9FBF-918F4C443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B3DF7372-A868-9CC1-A59A-ACB641113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4145A-C4D0-4B2C-811F-66542F3401A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478446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7F280AF-FEF6-3611-9C71-004B3929F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3E35E454-C92F-2EB8-C0B3-BE02F370E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69D0A-DF47-40A5-96C7-E5254489CF8C}" type="datetimeFigureOut">
              <a:rPr lang="en-IN" smtClean="0"/>
              <a:pPr/>
              <a:t>26-06-2025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64EF90A1-7153-32C1-4B17-AECC62FD8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211358D2-F9D8-F254-F7C6-E18A50519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4145A-C4D0-4B2C-811F-66542F3401A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40229307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4F437057-59B1-C1FF-E539-054D6EDA5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69D0A-DF47-40A5-96C7-E5254489CF8C}" type="datetimeFigureOut">
              <a:rPr lang="en-IN" smtClean="0"/>
              <a:pPr/>
              <a:t>26-06-2025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7E552A37-F60D-A141-A283-870CBF9FD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CF3AC20B-9B31-233C-07B9-6E7941E94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4145A-C4D0-4B2C-811F-66542F3401A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5123565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5336BC6-00F0-0E52-23BE-B46EADB99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1D892EC-A89A-F304-9A9D-B3D8C38BE2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BA1D2D1A-7159-3B30-C494-D24710F4A6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E49B2200-5805-3526-1C3A-BA49C4C50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69D0A-DF47-40A5-96C7-E5254489CF8C}" type="datetimeFigureOut">
              <a:rPr lang="en-IN" smtClean="0"/>
              <a:pPr/>
              <a:t>26-06-2025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FE5EF0E2-9063-BD8B-5704-0CD4CFA13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AA2687A1-C60B-0324-E9F5-725E49DC2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4145A-C4D0-4B2C-811F-66542F3401A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960377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EA14079-7634-4234-A6F5-DBD23A835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F0FDF40E-78F5-6425-3916-64464BF41C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A2BB6A2B-80D5-E347-97CE-EB53256EAD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0F7A176E-872A-1B14-A294-978DCF0A7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69D0A-DF47-40A5-96C7-E5254489CF8C}" type="datetimeFigureOut">
              <a:rPr lang="en-IN" smtClean="0"/>
              <a:pPr/>
              <a:t>26-06-2025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BF108E0A-AB49-39BB-3692-D75BFE0A5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1EF417C1-9137-98D0-0004-5601F1535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4145A-C4D0-4B2C-811F-66542F3401A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0812166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8284707-E99D-8DFE-F084-796CB253A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376B0C2B-643E-8E8A-1231-9E7F3EE14A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89D04E19-C8A6-8776-2F0F-A55628C50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69D0A-DF47-40A5-96C7-E5254489CF8C}" type="datetimeFigureOut">
              <a:rPr lang="en-IN" smtClean="0"/>
              <a:pPr/>
              <a:t>26-06-2025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8321826-DC2E-99B9-6E09-74D7CEBCA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6B268D6-5114-C341-AC85-4B6D91264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4145A-C4D0-4B2C-811F-66542F3401A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882272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FEC1FC59-3A51-526A-893B-8874B08918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0374EA05-BC02-1F92-0D35-319BEAE815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8A554CB-0DF3-7C87-4683-8EBFAF657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69D0A-DF47-40A5-96C7-E5254489CF8C}" type="datetimeFigureOut">
              <a:rPr lang="en-IN" smtClean="0"/>
              <a:pPr/>
              <a:t>26-06-2025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13A7CE5-088A-CBCA-C382-6A19171ED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1555B28-F8F1-A3A7-940B-4DEA9E84D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4145A-C4D0-4B2C-811F-66542F3401A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5389734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-column_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11013474" cy="369332"/>
          </a:xfrm>
        </p:spPr>
        <p:txBody>
          <a:bodyPr/>
          <a:lstStyle>
            <a:lvl1pPr>
              <a:defRPr sz="24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xmlns="" id="{05B49E74-D3F8-9BC9-0A3F-F524E6C5A41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89" y="1591056"/>
            <a:ext cx="11013474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xmlns="" id="{F16CAC6C-E57B-D312-6754-C68FA11C55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 dirty="0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xmlns="" val="35875717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 xmlns="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28" orient="horz" pos="4320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185D7205-9C52-7F8B-A578-AADA19838B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CA05A690-25A6-D215-00F2-46F38CC31E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64B5C91-A2AF-D476-C0B6-46778D6F6E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169D0A-DF47-40A5-96C7-E5254489CF8C}" type="datetimeFigureOut">
              <a:rPr lang="en-IN" smtClean="0"/>
              <a:pPr/>
              <a:t>26-06-2025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F55AC26F-7FC3-41A1-88CF-2AE45B147B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4EF2A3BD-B728-0FC9-296A-D239073E62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74145A-C4D0-4B2C-811F-66542F3401A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833678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svg"/><Relationship Id="rId5" Type="http://schemas.openxmlformats.org/officeDocument/2006/relationships/image" Target="../media/image3.pn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 Fill">
            <a:extLst>
              <a:ext uri="{FF2B5EF4-FFF2-40B4-BE49-F238E27FC236}">
                <a16:creationId xmlns:a16="http://schemas.microsoft.com/office/drawing/2014/main" xmlns="" id="{C7D023E4-8DE1-436E-9847-ED6A4B4B04F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xmlns="" id="{5F9FB838-5227-D188-BDFC-D20D5A554F0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7424056" y="1879184"/>
            <a:ext cx="3821529" cy="3821529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xmlns="" id="{E27AF472-EAE3-4572-AB69-B92BD10DBC6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xmlns="" id="{BF4DB9D2-6215-420C-874C-82EADF8C6C7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xmlns="" id="{1F003139-C97C-44FA-B139-32E4DFDCE9CD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xmlns="" id="{5CE4DD6E-8CEA-45EE-B630-DBC22144D88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xmlns="" id="{A4372F7F-AA3C-470B-AA61-7C35B7722C9A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xmlns="" id="{34B605BF-D199-43DD-9328-E99F2ADFC6F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xmlns="" id="{E5D42A77-7336-4A35-8922-8098A16AA27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xmlns="" id="{7401EE7D-B85D-4C10-AB8C-71884EFB112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B081EC9C-1059-76D4-63D1-AD0B956E5E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2543" y="3146397"/>
            <a:ext cx="6408563" cy="756204"/>
          </a:xfrm>
        </p:spPr>
        <p:txBody>
          <a:bodyPr anchor="b">
            <a:normAutofit fontScale="90000"/>
          </a:bodyPr>
          <a:lstStyle/>
          <a:p>
            <a:pPr algn="l"/>
            <a:r>
              <a:rPr lang="en-US" sz="4800" b="1" dirty="0">
                <a:solidFill>
                  <a:schemeClr val="bg2">
                    <a:lumMod val="10000"/>
                  </a:schemeClr>
                </a:solidFill>
              </a:rPr>
              <a:t>Machine Learning and AI</a:t>
            </a:r>
            <a:endParaRPr lang="en-IN" sz="4800" b="1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9910556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8AAA3295-844A-F50A-2952-53919812FC41}"/>
              </a:ext>
            </a:extLst>
          </p:cNvPr>
          <p:cNvSpPr txBox="1"/>
          <p:nvPr/>
        </p:nvSpPr>
        <p:spPr>
          <a:xfrm>
            <a:off x="5834743" y="1546289"/>
            <a:ext cx="6096000" cy="132343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dirty="0"/>
              <a:t>Artificial intelligence is the capability of a computer system to mimic human cognitive functions such as learning and problem-solving. Through AI, a computer system uses math and logic to simulate the reasoning that people use to learn from new information and make decision</a:t>
            </a:r>
            <a:endParaRPr lang="en-IN" sz="16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5FEEEECE-5D30-24B3-E53D-60619F5E3A95}"/>
              </a:ext>
            </a:extLst>
          </p:cNvPr>
          <p:cNvSpPr txBox="1"/>
          <p:nvPr/>
        </p:nvSpPr>
        <p:spPr>
          <a:xfrm>
            <a:off x="5834743" y="3429000"/>
            <a:ext cx="6096000" cy="156966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dirty="0"/>
              <a:t>Machine learning is an application of AI. It’s the process of using mathematical models of data to help a computer learn without direct instruction. This enables a computer system to continue learning and improving on its own, based on experience.</a:t>
            </a:r>
          </a:p>
          <a:p>
            <a:endParaRPr lang="en-US" sz="1600" dirty="0"/>
          </a:p>
          <a:p>
            <a:r>
              <a:rPr lang="en-US" sz="1600" dirty="0"/>
              <a:t> </a:t>
            </a:r>
            <a:endParaRPr lang="en-IN" sz="1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013758DC-39DE-E25E-05F9-CB90770807DE}"/>
              </a:ext>
            </a:extLst>
          </p:cNvPr>
          <p:cNvSpPr txBox="1"/>
          <p:nvPr/>
        </p:nvSpPr>
        <p:spPr>
          <a:xfrm>
            <a:off x="5834743" y="5300825"/>
            <a:ext cx="6096000" cy="5847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While AI and machine learning are very closely connected, they’re not the same. Machine learning is considered a subset of AI.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xmlns="" val="25625385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DBAF56CB-5100-D9F3-586E-BA2FA4875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Principles of machine learning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xmlns="" id="{CF93696F-557E-59D7-8B91-F0F561B999DA}"/>
              </a:ext>
            </a:extLst>
          </p:cNvPr>
          <p:cNvSpPr txBox="1">
            <a:spLocks/>
          </p:cNvSpPr>
          <p:nvPr/>
        </p:nvSpPr>
        <p:spPr>
          <a:xfrm>
            <a:off x="563545" y="1247015"/>
            <a:ext cx="11011601" cy="246221"/>
          </a:xfrm>
          <a:prstGeom prst="rect">
            <a:avLst/>
          </a:prstGeom>
        </p:spPr>
        <p:txBody>
          <a:bodyPr/>
          <a:lstStyle>
            <a:lvl1pPr marL="137160" marR="0" indent="-13716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265176" marR="0" indent="-109728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84048" marR="0" indent="-118872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sz="12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/>
              <a:t>Creating predictive models by finding relationships in data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91F2BF4E-257B-8899-C5BC-AFE2188C3C16}"/>
              </a:ext>
            </a:extLst>
          </p:cNvPr>
          <p:cNvSpPr txBox="1"/>
          <p:nvPr/>
        </p:nvSpPr>
        <p:spPr>
          <a:xfrm rot="16200000">
            <a:off x="830185" y="2943726"/>
            <a:ext cx="1002197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b="1" i="1" dirty="0"/>
              <a:t>Training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E42AFFE6-F1CF-148F-1E0B-E05E2CE189E4}"/>
              </a:ext>
            </a:extLst>
          </p:cNvPr>
          <p:cNvSpPr txBox="1"/>
          <p:nvPr/>
        </p:nvSpPr>
        <p:spPr>
          <a:xfrm>
            <a:off x="2213597" y="1841038"/>
            <a:ext cx="1712200" cy="52322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800" b="1" dirty="0"/>
              <a:t>1. Training data</a:t>
            </a:r>
          </a:p>
          <a:p>
            <a:pPr algn="ctr"/>
            <a:r>
              <a:rPr lang="en-US" sz="1600" dirty="0"/>
              <a:t>(past observations)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049960E6-8C40-B873-C94C-FE695064F6CB}"/>
              </a:ext>
            </a:extLst>
          </p:cNvPr>
          <p:cNvSpPr txBox="1"/>
          <p:nvPr/>
        </p:nvSpPr>
        <p:spPr>
          <a:xfrm>
            <a:off x="2434943" y="3964534"/>
            <a:ext cx="743986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600" i="1" dirty="0">
                <a:solidFill>
                  <a:schemeClr val="accent2"/>
                </a:solidFill>
              </a:rPr>
              <a:t>Features</a:t>
            </a:r>
          </a:p>
          <a:p>
            <a:pPr algn="ctr"/>
            <a:r>
              <a:rPr lang="en-US" sz="1600" dirty="0">
                <a:solidFill>
                  <a:schemeClr val="accent2"/>
                </a:solidFill>
              </a:rPr>
              <a:t>(x)</a:t>
            </a:r>
            <a:endParaRPr lang="en-US" sz="1600" i="1" dirty="0">
              <a:solidFill>
                <a:schemeClr val="accent2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48415E77-57EE-B112-A2DC-59FDB5F7E637}"/>
              </a:ext>
            </a:extLst>
          </p:cNvPr>
          <p:cNvSpPr txBox="1"/>
          <p:nvPr/>
        </p:nvSpPr>
        <p:spPr>
          <a:xfrm>
            <a:off x="3351216" y="3952456"/>
            <a:ext cx="466090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600" i="1" dirty="0">
                <a:solidFill>
                  <a:srgbClr val="00B0F0"/>
                </a:solidFill>
              </a:rPr>
              <a:t>Label</a:t>
            </a:r>
          </a:p>
          <a:p>
            <a:pPr algn="ctr"/>
            <a:r>
              <a:rPr lang="en-US" sz="1600" dirty="0">
                <a:solidFill>
                  <a:srgbClr val="00B0F0"/>
                </a:solidFill>
              </a:rPr>
              <a:t>(y)</a:t>
            </a:r>
            <a:endParaRPr lang="en-US" sz="1600" i="1" dirty="0">
              <a:solidFill>
                <a:srgbClr val="00B0F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0F13C721-532D-C4AE-ADB6-E2A821C65A6B}"/>
              </a:ext>
            </a:extLst>
          </p:cNvPr>
          <p:cNvSpPr txBox="1"/>
          <p:nvPr/>
        </p:nvSpPr>
        <p:spPr>
          <a:xfrm>
            <a:off x="4575938" y="1840914"/>
            <a:ext cx="2827620" cy="76944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800" b="1" dirty="0"/>
              <a:t>2. Algorithm</a:t>
            </a:r>
          </a:p>
          <a:p>
            <a:pPr algn="ctr"/>
            <a:r>
              <a:rPr lang="en-US" sz="1600" dirty="0"/>
              <a:t>(Generalizes the relationship between x and y as a function)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D532893C-619B-C6B9-65C5-2BFF41FC0F08}"/>
              </a:ext>
            </a:extLst>
          </p:cNvPr>
          <p:cNvSpPr txBox="1"/>
          <p:nvPr/>
        </p:nvSpPr>
        <p:spPr>
          <a:xfrm>
            <a:off x="7742100" y="1841038"/>
            <a:ext cx="2417796" cy="523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800" b="1" dirty="0"/>
              <a:t>3. Model</a:t>
            </a:r>
          </a:p>
          <a:p>
            <a:pPr algn="ctr"/>
            <a:r>
              <a:rPr lang="en-US" sz="1600" dirty="0"/>
              <a:t>(encapsulates the function)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1947762F-1DCD-3F7B-7D86-6827E15239E9}"/>
              </a:ext>
            </a:extLst>
          </p:cNvPr>
          <p:cNvSpPr txBox="1"/>
          <p:nvPr/>
        </p:nvSpPr>
        <p:spPr>
          <a:xfrm rot="16200000">
            <a:off x="661590" y="5240750"/>
            <a:ext cx="1357038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b="1" i="1" dirty="0"/>
              <a:t>Inferencing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81E89885-20E5-BE10-ED82-CF8D5E58A311}"/>
              </a:ext>
            </a:extLst>
          </p:cNvPr>
          <p:cNvSpPr txBox="1"/>
          <p:nvPr/>
        </p:nvSpPr>
        <p:spPr>
          <a:xfrm>
            <a:off x="6692956" y="5435718"/>
            <a:ext cx="2417796" cy="523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800" b="1" dirty="0"/>
              <a:t>4. Inferencing data</a:t>
            </a:r>
          </a:p>
          <a:p>
            <a:pPr algn="ctr"/>
            <a:r>
              <a:rPr lang="en-US" sz="1600" dirty="0"/>
              <a:t>(unlabeled features)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9C1B12DD-A363-007E-9270-A2BE9F5FABF9}"/>
              </a:ext>
            </a:extLst>
          </p:cNvPr>
          <p:cNvSpPr txBox="1"/>
          <p:nvPr/>
        </p:nvSpPr>
        <p:spPr>
          <a:xfrm>
            <a:off x="8513807" y="5435718"/>
            <a:ext cx="2417796" cy="523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800" b="1" dirty="0"/>
              <a:t>Prediction</a:t>
            </a:r>
          </a:p>
          <a:p>
            <a:pPr algn="ctr"/>
            <a:r>
              <a:rPr lang="en-US" sz="1600" dirty="0"/>
              <a:t>(inferred label)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8AAF35DF-3AF7-E146-C1DB-1892681CFD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 txBox="1"/>
          <p:nvPr/>
        </p:nvSpPr>
        <p:spPr>
          <a:xfrm>
            <a:off x="2555133" y="2364258"/>
            <a:ext cx="1029128" cy="138499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800" dirty="0"/>
              <a:t>[x</a:t>
            </a:r>
            <a:r>
              <a:rPr lang="en-US" sz="1800" baseline="-25000" dirty="0"/>
              <a:t>1</a:t>
            </a:r>
            <a:r>
              <a:rPr lang="en-US" sz="1800" dirty="0"/>
              <a:t>,x</a:t>
            </a:r>
            <a:r>
              <a:rPr lang="en-US" sz="1800" baseline="-25000" dirty="0"/>
              <a:t>2</a:t>
            </a:r>
            <a:r>
              <a:rPr lang="en-US" sz="1800" dirty="0"/>
              <a:t>,x</a:t>
            </a:r>
            <a:r>
              <a:rPr lang="en-US" sz="1800" baseline="-25000" dirty="0"/>
              <a:t>3</a:t>
            </a:r>
            <a:r>
              <a:rPr lang="en-US" sz="1800" dirty="0"/>
              <a:t>], y</a:t>
            </a:r>
          </a:p>
          <a:p>
            <a:r>
              <a:rPr lang="en-US" sz="1800" dirty="0"/>
              <a:t>[x</a:t>
            </a:r>
            <a:r>
              <a:rPr lang="en-US" sz="1800" baseline="-25000" dirty="0"/>
              <a:t>1</a:t>
            </a:r>
            <a:r>
              <a:rPr lang="en-US" sz="1800" dirty="0"/>
              <a:t>,x</a:t>
            </a:r>
            <a:r>
              <a:rPr lang="en-US" sz="1800" baseline="-25000" dirty="0"/>
              <a:t>2</a:t>
            </a:r>
            <a:r>
              <a:rPr lang="en-US" sz="1800" dirty="0"/>
              <a:t>,x</a:t>
            </a:r>
            <a:r>
              <a:rPr lang="en-US" sz="1800" baseline="-25000" dirty="0"/>
              <a:t>3</a:t>
            </a:r>
            <a:r>
              <a:rPr lang="en-US" sz="1800" dirty="0"/>
              <a:t>], y</a:t>
            </a:r>
          </a:p>
          <a:p>
            <a:r>
              <a:rPr lang="en-US" sz="1800" dirty="0"/>
              <a:t>[x</a:t>
            </a:r>
            <a:r>
              <a:rPr lang="en-US" sz="1800" baseline="-25000" dirty="0"/>
              <a:t>1</a:t>
            </a:r>
            <a:r>
              <a:rPr lang="en-US" sz="1800" dirty="0"/>
              <a:t>,x</a:t>
            </a:r>
            <a:r>
              <a:rPr lang="en-US" sz="1800" baseline="-25000" dirty="0"/>
              <a:t>2</a:t>
            </a:r>
            <a:r>
              <a:rPr lang="en-US" sz="1800" dirty="0"/>
              <a:t>,x</a:t>
            </a:r>
            <a:r>
              <a:rPr lang="en-US" sz="1800" baseline="-25000" dirty="0"/>
              <a:t>3</a:t>
            </a:r>
            <a:r>
              <a:rPr lang="en-US" sz="1800" dirty="0"/>
              <a:t>], y</a:t>
            </a:r>
          </a:p>
          <a:p>
            <a:r>
              <a:rPr lang="en-US" sz="1800" dirty="0"/>
              <a:t>[x</a:t>
            </a:r>
            <a:r>
              <a:rPr lang="en-US" sz="1800" baseline="-25000" dirty="0"/>
              <a:t>1</a:t>
            </a:r>
            <a:r>
              <a:rPr lang="en-US" sz="1800" dirty="0"/>
              <a:t>,x</a:t>
            </a:r>
            <a:r>
              <a:rPr lang="en-US" sz="1800" baseline="-25000" dirty="0"/>
              <a:t>2</a:t>
            </a:r>
            <a:r>
              <a:rPr lang="en-US" sz="1800" dirty="0"/>
              <a:t>,x</a:t>
            </a:r>
            <a:r>
              <a:rPr lang="en-US" sz="1800" baseline="-25000" dirty="0"/>
              <a:t>3</a:t>
            </a:r>
            <a:r>
              <a:rPr lang="en-US" sz="1800" dirty="0"/>
              <a:t>], y</a:t>
            </a:r>
          </a:p>
          <a:p>
            <a:r>
              <a:rPr lang="en-US" sz="1800" dirty="0"/>
              <a:t>[x</a:t>
            </a:r>
            <a:r>
              <a:rPr lang="en-US" sz="1800" baseline="-25000" dirty="0"/>
              <a:t>1</a:t>
            </a:r>
            <a:r>
              <a:rPr lang="en-US" sz="1800" dirty="0"/>
              <a:t>,x</a:t>
            </a:r>
            <a:r>
              <a:rPr lang="en-US" sz="1800" baseline="-25000" dirty="0"/>
              <a:t>2</a:t>
            </a:r>
            <a:r>
              <a:rPr lang="en-US" sz="1800" dirty="0"/>
              <a:t>,x</a:t>
            </a:r>
            <a:r>
              <a:rPr lang="en-US" sz="1800" baseline="-25000" dirty="0"/>
              <a:t>3</a:t>
            </a:r>
            <a:r>
              <a:rPr lang="en-US" sz="1800" dirty="0"/>
              <a:t>], y</a:t>
            </a:r>
          </a:p>
        </p:txBody>
      </p:sp>
      <p:sp>
        <p:nvSpPr>
          <p:cNvPr id="17" name="Left Brace 16">
            <a:extLst>
              <a:ext uri="{FF2B5EF4-FFF2-40B4-BE49-F238E27FC236}">
                <a16:creationId xmlns:a16="http://schemas.microsoft.com/office/drawing/2014/main" xmlns="" id="{B0A9B0F0-7962-66BD-E3C0-C30609A494C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 rot="16200000">
            <a:off x="2924312" y="3548180"/>
            <a:ext cx="111025" cy="670560"/>
          </a:xfrm>
          <a:prstGeom prst="leftBrace">
            <a:avLst>
              <a:gd name="adj1" fmla="val 8333"/>
              <a:gd name="adj2" fmla="val 26255"/>
            </a:avLst>
          </a:prstGeom>
          <a:ln w="28575">
            <a:solidFill>
              <a:schemeClr val="accent2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xmlns="" id="{61247123-2BE8-C8E6-13E6-1CB9257A07C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>
            <a:off x="3501679" y="3809751"/>
            <a:ext cx="0" cy="154783"/>
          </a:xfrm>
          <a:prstGeom prst="line">
            <a:avLst/>
          </a:prstGeom>
          <a:ln w="28575">
            <a:solidFill>
              <a:srgbClr val="00B0F0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Arrow: Right 18">
            <a:extLst>
              <a:ext uri="{FF2B5EF4-FFF2-40B4-BE49-F238E27FC236}">
                <a16:creationId xmlns:a16="http://schemas.microsoft.com/office/drawing/2014/main" xmlns="" id="{44CD0C60-23AB-A9BD-EC73-56910417349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 bwMode="auto">
          <a:xfrm>
            <a:off x="3817306" y="2650409"/>
            <a:ext cx="1387485" cy="957827"/>
          </a:xfrm>
          <a:prstGeom prst="rightArrow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xmlns="" id="{99C9AC10-23A3-3CE1-2652-0D795817295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/>
          <p:nvPr/>
        </p:nvGrpSpPr>
        <p:grpSpPr>
          <a:xfrm>
            <a:off x="5204791" y="2468318"/>
            <a:ext cx="1589314" cy="1589314"/>
            <a:chOff x="4876800" y="2291144"/>
            <a:chExt cx="1589314" cy="1589314"/>
          </a:xfrm>
        </p:grpSpPr>
        <p:pic>
          <p:nvPicPr>
            <p:cNvPr id="21" name="Graphic 20" descr="Linear Graph with solid fill">
              <a:extLst>
                <a:ext uri="{FF2B5EF4-FFF2-40B4-BE49-F238E27FC236}">
                  <a16:creationId xmlns:a16="http://schemas.microsoft.com/office/drawing/2014/main" xmlns="" id="{53E3C039-F66E-3159-9D3E-ED3878C863E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4876800" y="2291144"/>
              <a:ext cx="1589314" cy="1589314"/>
            </a:xfrm>
            <a:prstGeom prst="rect">
              <a:avLst/>
            </a:prstGeom>
          </p:spPr>
        </p:pic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xmlns="" id="{DCD7590C-4975-B4C8-AA59-62E9E5086153}"/>
                </a:ext>
              </a:extLst>
            </p:cNvPr>
            <p:cNvGrpSpPr/>
            <p:nvPr/>
          </p:nvGrpSpPr>
          <p:grpSpPr>
            <a:xfrm>
              <a:off x="5332683" y="2684876"/>
              <a:ext cx="736663" cy="736663"/>
              <a:chOff x="5784400" y="2882815"/>
              <a:chExt cx="736663" cy="736663"/>
            </a:xfrm>
          </p:grpSpPr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xmlns="" id="{3A150920-B1C5-8F72-A46B-517FEC93D744}"/>
                  </a:ext>
                </a:extLst>
              </p:cNvPr>
              <p:cNvSpPr/>
              <p:nvPr/>
            </p:nvSpPr>
            <p:spPr bwMode="auto">
              <a:xfrm>
                <a:off x="5901540" y="3009976"/>
                <a:ext cx="524504" cy="47345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40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pic>
            <p:nvPicPr>
              <p:cNvPr id="24" name="Graphic 23" descr="Mathematics with solid fill">
                <a:extLst>
                  <a:ext uri="{FF2B5EF4-FFF2-40B4-BE49-F238E27FC236}">
                    <a16:creationId xmlns:a16="http://schemas.microsoft.com/office/drawing/2014/main" xmlns="" id="{53FC19E7-A8B0-C133-8E17-779864E180E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96DAC541-7B7A-43D3-8B79-37D633B846F1}">
                    <asvg:svgBlip xmlns:asvg="http://schemas.microsoft.com/office/drawing/2016/SVG/main" xmlns="" r:embed="rId6"/>
                  </a:ext>
                </a:extLst>
              </a:blip>
              <a:stretch>
                <a:fillRect/>
              </a:stretch>
            </p:blipFill>
            <p:spPr>
              <a:xfrm>
                <a:off x="5784400" y="2882815"/>
                <a:ext cx="736663" cy="736663"/>
              </a:xfrm>
              <a:prstGeom prst="rect">
                <a:avLst/>
              </a:prstGeom>
            </p:spPr>
          </p:pic>
        </p:grpSp>
      </p:grpSp>
      <p:sp>
        <p:nvSpPr>
          <p:cNvPr id="25" name="Arrow: Right 24">
            <a:extLst>
              <a:ext uri="{FF2B5EF4-FFF2-40B4-BE49-F238E27FC236}">
                <a16:creationId xmlns:a16="http://schemas.microsoft.com/office/drawing/2014/main" xmlns="" id="{75C806E5-6ED8-F386-F1A1-1E037C7F088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 bwMode="auto">
          <a:xfrm>
            <a:off x="7048358" y="2629565"/>
            <a:ext cx="1387485" cy="957827"/>
          </a:xfrm>
          <a:prstGeom prst="rightArrow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xmlns="" id="{9B6D043D-7383-7A51-552F-423D72AD83A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/>
          <p:nvPr/>
        </p:nvGrpSpPr>
        <p:grpSpPr>
          <a:xfrm>
            <a:off x="8073098" y="2502600"/>
            <a:ext cx="1689551" cy="1421355"/>
            <a:chOff x="5453742" y="4083438"/>
            <a:chExt cx="1689551" cy="1421355"/>
          </a:xfrm>
        </p:grpSpPr>
        <p:pic>
          <p:nvPicPr>
            <p:cNvPr id="27" name="Graphic 26" descr="Gears with solid fill">
              <a:extLst>
                <a:ext uri="{FF2B5EF4-FFF2-40B4-BE49-F238E27FC236}">
                  <a16:creationId xmlns:a16="http://schemas.microsoft.com/office/drawing/2014/main" xmlns="" id="{4ADC9CC3-1D86-FA88-28D0-EA4C1B3398A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p:blipFill>
          <p:spPr>
            <a:xfrm>
              <a:off x="5453742" y="4083438"/>
              <a:ext cx="1421355" cy="1421355"/>
            </a:xfrm>
            <a:prstGeom prst="rect">
              <a:avLst/>
            </a:prstGeom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xmlns="" id="{E58C5AA5-0756-746E-BA9D-1887F649B97C}"/>
                </a:ext>
              </a:extLst>
            </p:cNvPr>
            <p:cNvSpPr txBox="1"/>
            <p:nvPr/>
          </p:nvSpPr>
          <p:spPr>
            <a:xfrm>
              <a:off x="6381866" y="4661287"/>
              <a:ext cx="761427" cy="4924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rtlCol="0">
              <a:spAutoFit/>
            </a:bodyPr>
            <a:lstStyle/>
            <a:p>
              <a:pPr algn="l"/>
              <a:r>
                <a:rPr lang="en-US" sz="1600" b="1" dirty="0"/>
                <a:t>y = </a:t>
              </a:r>
              <a:r>
                <a:rPr lang="en-US" sz="3200" b="1" dirty="0">
                  <a:latin typeface="Blackadder ITC" panose="04020505051007020D02" pitchFamily="82" charset="0"/>
                </a:rPr>
                <a:t>f</a:t>
              </a:r>
              <a:r>
                <a:rPr lang="en-US" sz="1600" b="1" dirty="0"/>
                <a:t>(x)</a:t>
              </a: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xmlns="" id="{FEA2A108-14BF-8BCE-57CB-568A5B94EEE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 txBox="1"/>
          <p:nvPr/>
        </p:nvSpPr>
        <p:spPr>
          <a:xfrm>
            <a:off x="8065768" y="5063208"/>
            <a:ext cx="896079" cy="3077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dirty="0"/>
              <a:t>[x</a:t>
            </a:r>
            <a:r>
              <a:rPr lang="en-US" sz="2000" baseline="-25000" dirty="0"/>
              <a:t>1</a:t>
            </a:r>
            <a:r>
              <a:rPr lang="en-US" sz="2000" dirty="0"/>
              <a:t>,x</a:t>
            </a:r>
            <a:r>
              <a:rPr lang="en-US" sz="2000" baseline="-25000" dirty="0"/>
              <a:t>2</a:t>
            </a:r>
            <a:r>
              <a:rPr lang="en-US" sz="2000" dirty="0"/>
              <a:t>,x</a:t>
            </a:r>
            <a:r>
              <a:rPr lang="en-US" sz="2000" baseline="-25000" dirty="0"/>
              <a:t>3</a:t>
            </a:r>
            <a:r>
              <a:rPr lang="en-US" sz="2000" dirty="0"/>
              <a:t>]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xmlns="" id="{B36F1776-E8F2-63EF-F589-3D923B80B3F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 txBox="1"/>
          <p:nvPr/>
        </p:nvSpPr>
        <p:spPr>
          <a:xfrm>
            <a:off x="9361545" y="5075286"/>
            <a:ext cx="123432" cy="3077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cy-GB" sz="2000" dirty="0"/>
              <a:t>ŷ</a:t>
            </a:r>
            <a:endParaRPr lang="en-US" sz="2000" dirty="0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xmlns="" id="{D123D976-E85A-2442-2941-D0EA93EE686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 flipH="1" flipV="1">
            <a:off x="8496625" y="3862005"/>
            <a:ext cx="17182" cy="1054219"/>
          </a:xfrm>
          <a:prstGeom prst="straightConnector1">
            <a:avLst/>
          </a:prstGeom>
          <a:ln w="57150">
            <a:solidFill>
              <a:schemeClr val="accent1">
                <a:lumMod val="40000"/>
                <a:lumOff val="60000"/>
              </a:schemeClr>
            </a:solidFill>
            <a:headEnd type="none" w="lg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xmlns="" id="{3E6EB8D2-E2E6-CA0F-7BF6-A0DA9F7301C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>
            <a:off x="9366649" y="3879423"/>
            <a:ext cx="15286" cy="1096174"/>
          </a:xfrm>
          <a:prstGeom prst="straightConnector1">
            <a:avLst/>
          </a:prstGeom>
          <a:ln w="57150">
            <a:solidFill>
              <a:srgbClr val="00B0F0"/>
            </a:solidFill>
            <a:headEnd type="none" w="lg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156947992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ypes of Learning in Machine Learning - Study Trigger">
            <a:extLst>
              <a:ext uri="{FF2B5EF4-FFF2-40B4-BE49-F238E27FC236}">
                <a16:creationId xmlns:a16="http://schemas.microsoft.com/office/drawing/2014/main" xmlns="" id="{31D3EFC4-0711-92DD-2FA0-A18C9479AEF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 bwMode="auto">
          <a:xfrm>
            <a:off x="643467" y="754624"/>
            <a:ext cx="10905066" cy="534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19221075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9" name="Rectangle 3078">
            <a:extLst>
              <a:ext uri="{FF2B5EF4-FFF2-40B4-BE49-F238E27FC236}">
                <a16:creationId xmlns:a16="http://schemas.microsoft.com/office/drawing/2014/main" xmlns="" id="{A4AC5506-6312-4701-8D3C-40187889A94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84BBF1BE-42E6-5F26-FE57-DD6F5D03F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ML in Azure Databricks</a:t>
            </a:r>
          </a:p>
        </p:txBody>
      </p:sp>
      <p:pic>
        <p:nvPicPr>
          <p:cNvPr id="3074" name="Picture 2" descr="Machine learning diagram: Model development and deployment on Databricks">
            <a:extLst>
              <a:ext uri="{FF2B5EF4-FFF2-40B4-BE49-F238E27FC236}">
                <a16:creationId xmlns:a16="http://schemas.microsoft.com/office/drawing/2014/main" xmlns="" id="{F71BEA49-D2F0-9C3D-EB68-C7B1896E5F2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 bwMode="auto">
          <a:xfrm>
            <a:off x="1913072" y="1860284"/>
            <a:ext cx="8649721" cy="46276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42463973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C19E448-A13A-F200-9D68-C5D277F571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5911" y="-110089"/>
            <a:ext cx="6916838" cy="1325563"/>
          </a:xfrm>
        </p:spPr>
        <p:txBody>
          <a:bodyPr/>
          <a:lstStyle/>
          <a:p>
            <a:r>
              <a:rPr lang="en-US" dirty="0" err="1"/>
              <a:t>MLflow</a:t>
            </a:r>
            <a:r>
              <a:rPr lang="en-US" dirty="0"/>
              <a:t> in Azure Databricks</a:t>
            </a:r>
            <a:endParaRPr lang="en-IN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xmlns="" id="{976ABF6E-2B5B-A664-15FC-75A0E0CF989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266217" y="850738"/>
            <a:ext cx="6018835" cy="5454569"/>
          </a:xfrm>
          <a:prstGeom prst="rect">
            <a:avLst/>
          </a:prstGeom>
        </p:spPr>
      </p:pic>
      <p:pic>
        <p:nvPicPr>
          <p:cNvPr id="6148" name="Picture 4" descr="MLflow &amp; Azure Databricks. In this blog, we'll see how to use… | by  Prosenjit Chakraborty | Medium">
            <a:extLst>
              <a:ext uri="{FF2B5EF4-FFF2-40B4-BE49-F238E27FC236}">
                <a16:creationId xmlns:a16="http://schemas.microsoft.com/office/drawing/2014/main" xmlns="" id="{F3125EF0-EBC7-D221-1CBF-4463413927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7639293" y="42577"/>
            <a:ext cx="2546430" cy="1020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D93D62C0-DDBB-9B57-D7CC-5526C162CAE7}"/>
              </a:ext>
            </a:extLst>
          </p:cNvPr>
          <p:cNvSpPr txBox="1"/>
          <p:nvPr/>
        </p:nvSpPr>
        <p:spPr>
          <a:xfrm>
            <a:off x="6285052" y="1529970"/>
            <a:ext cx="5545238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ML lifecycle management in Databricks is provided by managed by </a:t>
            </a:r>
            <a:r>
              <a:rPr lang="en-US" dirty="0" err="1"/>
              <a:t>MLflow</a:t>
            </a:r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39B24EDB-297B-708C-4F1C-51166A13C935}"/>
              </a:ext>
            </a:extLst>
          </p:cNvPr>
          <p:cNvSpPr txBox="1"/>
          <p:nvPr/>
        </p:nvSpPr>
        <p:spPr>
          <a:xfrm>
            <a:off x="6010636" y="3317474"/>
            <a:ext cx="6094070" cy="92333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 err="1"/>
              <a:t>MLflow</a:t>
            </a:r>
            <a:r>
              <a:rPr lang="en-US" dirty="0"/>
              <a:t> on Azure Databricks offers an integrated experience for tracking and securing training runs for machine learning and deep learning models.</a:t>
            </a:r>
            <a:endParaRPr lang="en-IN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EEFC4E3A-1EAB-18D3-DE7F-A893364371EC}"/>
              </a:ext>
            </a:extLst>
          </p:cNvPr>
          <p:cNvSpPr txBox="1"/>
          <p:nvPr/>
        </p:nvSpPr>
        <p:spPr>
          <a:xfrm>
            <a:off x="4592258" y="4866365"/>
            <a:ext cx="6094070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 err="1"/>
              <a:t>MLflow</a:t>
            </a:r>
            <a:r>
              <a:rPr lang="en-US" dirty="0"/>
              <a:t> Model Registry is a centralized model repository and a UI and set of APIs that enable you to manage the full lifecycle of </a:t>
            </a:r>
            <a:r>
              <a:rPr lang="en-US" dirty="0" err="1"/>
              <a:t>MLflow</a:t>
            </a:r>
            <a:r>
              <a:rPr lang="en-US" dirty="0"/>
              <a:t> Models.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11773585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AE2B703B-46F9-481A-A605-82E2A828C4F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AC4A1A7F-9CD9-1427-FE65-2229F72C4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9863"/>
            <a:ext cx="10515600" cy="1004594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Key Features of </a:t>
            </a:r>
            <a:r>
              <a:rPr lang="en-US" dirty="0" err="1">
                <a:solidFill>
                  <a:srgbClr val="FFFFFF"/>
                </a:solidFill>
              </a:rPr>
              <a:t>MLflow</a:t>
            </a:r>
            <a:endParaRPr lang="en-IN" dirty="0">
              <a:solidFill>
                <a:srgbClr val="FFFFFF"/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xmlns="" id="{F13BE4D7-0C3D-4906-B230-A1C5B4665CC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579496" y="1587970"/>
            <a:ext cx="11033008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xmlns="" id="{188A89E4-0E4B-6409-8814-823B4D1EFEA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926037111"/>
              </p:ext>
            </p:extLst>
          </p:nvPr>
        </p:nvGraphicFramePr>
        <p:xfrm>
          <a:off x="838200" y="1800911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xmlns="" val="15322909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F7A41F6-9F35-30C0-A5FA-5501B5A82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9752" y="0"/>
            <a:ext cx="10204048" cy="815493"/>
          </a:xfrm>
        </p:spPr>
        <p:txBody>
          <a:bodyPr/>
          <a:lstStyle/>
          <a:p>
            <a:pPr algn="ctr"/>
            <a:r>
              <a:rPr lang="en-US" dirty="0" err="1"/>
              <a:t>AutoML</a:t>
            </a:r>
            <a:r>
              <a:rPr lang="en-US" dirty="0"/>
              <a:t> (using AI with and for AI)</a:t>
            </a:r>
            <a:endParaRPr lang="en-IN" dirty="0"/>
          </a:p>
        </p:txBody>
      </p:sp>
      <p:pic>
        <p:nvPicPr>
          <p:cNvPr id="7170" name="Picture 2" descr="Databricks AutoML - Automated Machine Learning | Databricks">
            <a:extLst>
              <a:ext uri="{FF2B5EF4-FFF2-40B4-BE49-F238E27FC236}">
                <a16:creationId xmlns:a16="http://schemas.microsoft.com/office/drawing/2014/main" xmlns="" id="{5C3954C7-78EB-B896-F99B-C9A8581BE99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349377" y="1134320"/>
            <a:ext cx="7493245" cy="2975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1A1BD364-FA1B-E7F7-5810-F4EC362B7DC3}"/>
              </a:ext>
            </a:extLst>
          </p:cNvPr>
          <p:cNvSpPr txBox="1"/>
          <p:nvPr/>
        </p:nvSpPr>
        <p:spPr>
          <a:xfrm>
            <a:off x="3204741" y="4289742"/>
            <a:ext cx="6094070" cy="92333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 err="1"/>
              <a:t>AutoML</a:t>
            </a:r>
            <a:r>
              <a:rPr lang="en-US" dirty="0"/>
              <a:t> simplifies the process of applying machine learning to your datasets by automatically finding the best algorithm and hyperparameter configuration for you.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3D1515E4-E68A-80F7-56DE-71D4A0D4CC10}"/>
              </a:ext>
            </a:extLst>
          </p:cNvPr>
          <p:cNvSpPr txBox="1"/>
          <p:nvPr/>
        </p:nvSpPr>
        <p:spPr>
          <a:xfrm>
            <a:off x="3204741" y="5457011"/>
            <a:ext cx="6094070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dirty="0" err="1"/>
              <a:t>AutoML</a:t>
            </a:r>
            <a:r>
              <a:rPr lang="en-IN" dirty="0"/>
              <a:t> depends on the </a:t>
            </a:r>
            <a:r>
              <a:rPr lang="en-IN" dirty="0" err="1"/>
              <a:t>databricks</a:t>
            </a:r>
            <a:r>
              <a:rPr lang="en-IN" dirty="0"/>
              <a:t>-</a:t>
            </a:r>
            <a:r>
              <a:rPr lang="en-IN" dirty="0" err="1"/>
              <a:t>automl</a:t>
            </a:r>
            <a:r>
              <a:rPr lang="en-IN" dirty="0"/>
              <a:t>-runtime package, which contains components that are useful outside of </a:t>
            </a:r>
            <a:r>
              <a:rPr lang="en-IN" dirty="0" err="1"/>
              <a:t>AutoML</a:t>
            </a:r>
            <a:r>
              <a:rPr lang="en-IN" dirty="0"/>
              <a:t> and also helps simplify the notebooks generated by </a:t>
            </a:r>
            <a:r>
              <a:rPr lang="en-IN" dirty="0" err="1"/>
              <a:t>AutoML</a:t>
            </a:r>
            <a:r>
              <a:rPr lang="en-IN" dirty="0"/>
              <a:t> training.</a:t>
            </a:r>
          </a:p>
        </p:txBody>
      </p:sp>
    </p:spTree>
    <p:extLst>
      <p:ext uri="{BB962C8B-B14F-4D97-AF65-F5344CB8AC3E}">
        <p14:creationId xmlns:p14="http://schemas.microsoft.com/office/powerpoint/2010/main" xmlns="" val="10144877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08F27DC-626B-C107-93E4-BFC98E960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Algorithms supported by </a:t>
            </a:r>
            <a:r>
              <a:rPr lang="en-US" dirty="0" err="1"/>
              <a:t>AutoML</a:t>
            </a:r>
            <a:endParaRPr lang="en-IN" dirty="0"/>
          </a:p>
        </p:txBody>
      </p:sp>
      <p:pic>
        <p:nvPicPr>
          <p:cNvPr id="5" name="Content Placeholder 4" descr="A screenshot of a computer">
            <a:extLst>
              <a:ext uri="{FF2B5EF4-FFF2-40B4-BE49-F238E27FC236}">
                <a16:creationId xmlns:a16="http://schemas.microsoft.com/office/drawing/2014/main" xmlns="" id="{4A51BCAA-087B-DA71-F808-9A7E0D7D0F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61272" y="2286713"/>
            <a:ext cx="11469455" cy="1972770"/>
          </a:xfrm>
        </p:spPr>
      </p:pic>
    </p:spTree>
    <p:extLst>
      <p:ext uri="{BB962C8B-B14F-4D97-AF65-F5344CB8AC3E}">
        <p14:creationId xmlns:p14="http://schemas.microsoft.com/office/powerpoint/2010/main" xmlns="" val="1087296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64508A0-6B82-D90B-9EB8-D610A2CC13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5657" y="-200706"/>
            <a:ext cx="9840686" cy="1009651"/>
          </a:xfrm>
        </p:spPr>
        <p:txBody>
          <a:bodyPr/>
          <a:lstStyle/>
          <a:p>
            <a:pPr algn="ctr"/>
            <a:r>
              <a:rPr lang="en-US" dirty="0"/>
              <a:t>Mosaic AI in Azure Databricks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C802D00-B72E-8EB5-C706-31A94AB42A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969961"/>
            <a:ext cx="10428514" cy="612775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1800" dirty="0"/>
              <a:t>Mosaic AI is part of the Databricks Data Intelligence Platform, which unifies data, model training and production environments in a single solution.</a:t>
            </a:r>
            <a:endParaRPr lang="en-IN" sz="1800" dirty="0"/>
          </a:p>
        </p:txBody>
      </p:sp>
      <p:pic>
        <p:nvPicPr>
          <p:cNvPr id="4098" name="Picture 2" descr="Complete ownership over your models and data">
            <a:extLst>
              <a:ext uri="{FF2B5EF4-FFF2-40B4-BE49-F238E27FC236}">
                <a16:creationId xmlns:a16="http://schemas.microsoft.com/office/drawing/2014/main" xmlns="" id="{B56D8761-99F6-6908-266C-89D62F6595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30629" y="1928054"/>
            <a:ext cx="5376636" cy="3698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87323E46-0834-35B3-BA74-93495C35363F}"/>
              </a:ext>
            </a:extLst>
          </p:cNvPr>
          <p:cNvSpPr txBox="1"/>
          <p:nvPr/>
        </p:nvSpPr>
        <p:spPr>
          <a:xfrm>
            <a:off x="5965371" y="2284338"/>
            <a:ext cx="6096000" cy="29860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1200"/>
              </a:spcAft>
            </a:pPr>
            <a:r>
              <a:rPr lang="en-US" dirty="0">
                <a:solidFill>
                  <a:srgbClr val="1B3139"/>
                </a:solidFill>
                <a:latin typeface="DM Sans" pitchFamily="2" charset="0"/>
              </a:rPr>
              <a:t>Model Serving</a:t>
            </a:r>
            <a:r>
              <a:rPr lang="en-US" b="0" i="0" dirty="0">
                <a:solidFill>
                  <a:srgbClr val="1B3139"/>
                </a:solidFill>
                <a:effectLst/>
                <a:latin typeface="DM Sans" pitchFamily="2" charset="0"/>
              </a:rPr>
              <a:t> is a unified service for deploying, governing and querying AI models. This unified approach makes it easy to experiment with and productionize models. This includes:</a:t>
            </a:r>
          </a:p>
          <a:p>
            <a:pPr algn="l">
              <a:lnSpc>
                <a:spcPts val="18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B3139"/>
                </a:solidFill>
                <a:effectLst/>
                <a:latin typeface="DM Sans" pitchFamily="2" charset="0"/>
              </a:rPr>
              <a:t>Custom ML models like </a:t>
            </a:r>
            <a:r>
              <a:rPr lang="en-US" b="0" i="0" dirty="0" err="1">
                <a:solidFill>
                  <a:srgbClr val="1B3139"/>
                </a:solidFill>
                <a:effectLst/>
                <a:latin typeface="DM Sans" pitchFamily="2" charset="0"/>
              </a:rPr>
              <a:t>PyFunc</a:t>
            </a:r>
            <a:r>
              <a:rPr lang="en-US" b="0" i="0" dirty="0">
                <a:solidFill>
                  <a:srgbClr val="1B3139"/>
                </a:solidFill>
                <a:effectLst/>
                <a:latin typeface="DM Sans" pitchFamily="2" charset="0"/>
              </a:rPr>
              <a:t>, scikit-learn and </a:t>
            </a:r>
            <a:r>
              <a:rPr lang="en-US" b="0" i="0" dirty="0" err="1">
                <a:solidFill>
                  <a:srgbClr val="1B3139"/>
                </a:solidFill>
                <a:effectLst/>
                <a:latin typeface="DM Sans" pitchFamily="2" charset="0"/>
              </a:rPr>
              <a:t>LangChain</a:t>
            </a:r>
            <a:endParaRPr lang="en-US" b="0" i="0" dirty="0">
              <a:solidFill>
                <a:srgbClr val="1B3139"/>
              </a:solidFill>
              <a:effectLst/>
              <a:latin typeface="DM Sans" pitchFamily="2" charset="0"/>
            </a:endParaRPr>
          </a:p>
          <a:p>
            <a:pPr algn="l">
              <a:lnSpc>
                <a:spcPts val="18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B3139"/>
                </a:solidFill>
                <a:effectLst/>
                <a:latin typeface="DM Sans" pitchFamily="2" charset="0"/>
              </a:rPr>
              <a:t>Foundation models (FMs) on Databricks like Llama 3, MPT, Mistral and BGE</a:t>
            </a:r>
          </a:p>
          <a:p>
            <a:pPr algn="l">
              <a:lnSpc>
                <a:spcPts val="18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B3139"/>
                </a:solidFill>
                <a:effectLst/>
                <a:latin typeface="DM Sans" pitchFamily="2" charset="0"/>
              </a:rPr>
              <a:t>Foundation models hosted elsewhere like ChatGPT, Claude 3, Cohere and Stable Diffusion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C38398C0-8379-3FD3-14D0-6BB938B6F6B4}"/>
              </a:ext>
            </a:extLst>
          </p:cNvPr>
          <p:cNvSpPr txBox="1"/>
          <p:nvPr/>
        </p:nvSpPr>
        <p:spPr>
          <a:xfrm>
            <a:off x="2754086" y="5971950"/>
            <a:ext cx="8262257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Mosaic AI enables organizations to securely and cost-effectively build production-quality compound AI systems integrated with their enterprise data.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23910996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7" name="Rectangle 5126">
            <a:extLst>
              <a:ext uri="{FF2B5EF4-FFF2-40B4-BE49-F238E27FC236}">
                <a16:creationId xmlns:a16="http://schemas.microsoft.com/office/drawing/2014/main" xmlns="" id="{32BC26D8-82FB-445E-AA49-62A77D7C1EE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29" name="Rectangle 5128">
            <a:extLst>
              <a:ext uri="{FF2B5EF4-FFF2-40B4-BE49-F238E27FC236}">
                <a16:creationId xmlns:a16="http://schemas.microsoft.com/office/drawing/2014/main" xmlns="" id="{CB44330D-EA18-4254-AA95-EB49948539B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22" name="Picture 2" descr="Deploy and govern all your AI models centrally">
            <a:extLst>
              <a:ext uri="{FF2B5EF4-FFF2-40B4-BE49-F238E27FC236}">
                <a16:creationId xmlns:a16="http://schemas.microsoft.com/office/drawing/2014/main" xmlns="" id="{83F63C86-374A-FDB4-D696-161C5E19381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 bwMode="auto">
          <a:xfrm>
            <a:off x="1893133" y="643467"/>
            <a:ext cx="8405733" cy="5571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22209629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5EAFB76-4B16-AF9A-068A-3C49EBA88F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-179161"/>
            <a:ext cx="10515600" cy="1325563"/>
          </a:xfrm>
        </p:spPr>
        <p:txBody>
          <a:bodyPr/>
          <a:lstStyle/>
          <a:p>
            <a:pPr algn="ctr"/>
            <a:r>
              <a:rPr lang="en-US" dirty="0" err="1"/>
              <a:t>GenAI</a:t>
            </a:r>
            <a:r>
              <a:rPr lang="en-US" dirty="0"/>
              <a:t> on Azure Databricks</a:t>
            </a:r>
            <a:endParaRPr lang="en-IN" dirty="0"/>
          </a:p>
        </p:txBody>
      </p:sp>
      <p:pic>
        <p:nvPicPr>
          <p:cNvPr id="8194" name="Picture 2" descr="Start building your generative AI solution">
            <a:extLst>
              <a:ext uri="{FF2B5EF4-FFF2-40B4-BE49-F238E27FC236}">
                <a16:creationId xmlns:a16="http://schemas.microsoft.com/office/drawing/2014/main" xmlns="" id="{87AA7E89-209E-E530-6382-722132C38B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60476" y="1146402"/>
            <a:ext cx="5835524" cy="2934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841EEE3D-6F6B-BF5C-B4CC-A24F49B5C68A}"/>
              </a:ext>
            </a:extLst>
          </p:cNvPr>
          <p:cNvSpPr txBox="1"/>
          <p:nvPr/>
        </p:nvSpPr>
        <p:spPr>
          <a:xfrm>
            <a:off x="914400" y="4909457"/>
            <a:ext cx="10624457" cy="120032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You can deploy Foundational Large Language Models in Azure Databricks. Base models, like DBRX Instruct, Meta-Llama-3.1-70B-Instruct, GTE-Large, and Mistral-7B are available for immediate use with pay-per-token pricing, and workloads that require performance guarantees, like fine-tuned model variants, can be deployed with provisioned throughput.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27164207-61AF-2B4A-9DE2-AB045C7A13C2}"/>
              </a:ext>
            </a:extLst>
          </p:cNvPr>
          <p:cNvSpPr txBox="1"/>
          <p:nvPr/>
        </p:nvSpPr>
        <p:spPr>
          <a:xfrm>
            <a:off x="6096000" y="2228671"/>
            <a:ext cx="6096000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Mosaic AI Agent Framework comprises a set of tools on Databricks designed to help developers build, deploy, and evaluate production-quality agents like Retrieval Augmented Generation (RAG) applications.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6778042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11B2B030-4738-4359-9E46-144B7C8BFF8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-1117" y="8300"/>
            <a:ext cx="12193117" cy="6849700"/>
          </a:xfrm>
          <a:prstGeom prst="rect">
            <a:avLst/>
          </a:prstGeom>
          <a:solidFill>
            <a:schemeClr val="bg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xmlns="" id="{E722B2DD-E14D-4972-9D98-5D6E61B1B2D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1144310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A3CFC073-571B-7B0C-0834-50F99F552F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21" r="1" b="1"/>
          <a:stretch/>
        </p:blipFill>
        <p:spPr>
          <a:xfrm>
            <a:off x="20" y="10"/>
            <a:ext cx="12191980" cy="6866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7300068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706</Words>
  <Application>Microsoft Office PowerPoint</Application>
  <PresentationFormat>Custom</PresentationFormat>
  <Paragraphs>64</Paragraphs>
  <Slides>13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Machine Learning and AI</vt:lpstr>
      <vt:lpstr>Slide 2</vt:lpstr>
      <vt:lpstr>Principles of machine learning</vt:lpstr>
      <vt:lpstr>Slide 4</vt:lpstr>
      <vt:lpstr>ML in Azure Databricks</vt:lpstr>
      <vt:lpstr>MLflow in Azure Databricks</vt:lpstr>
      <vt:lpstr>Key Features of MLflow</vt:lpstr>
      <vt:lpstr>AutoML (using AI with and for AI)</vt:lpstr>
      <vt:lpstr>Algorithms supported by AutoML</vt:lpstr>
      <vt:lpstr>Mosaic AI in Azure Databricks</vt:lpstr>
      <vt:lpstr>Slide 11</vt:lpstr>
      <vt:lpstr>GenAI on Azure Databricks</vt:lpstr>
      <vt:lpstr>Slide 13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and AI</dc:title>
  <dc:creator>Prabhjot Singh Bakshi</dc:creator>
  <cp:lastModifiedBy>HP</cp:lastModifiedBy>
  <cp:revision>2</cp:revision>
  <dcterms:created xsi:type="dcterms:W3CDTF">2024-12-05T04:52:34Z</dcterms:created>
  <dcterms:modified xsi:type="dcterms:W3CDTF">2025-06-26T05:31:54Z</dcterms:modified>
</cp:coreProperties>
</file>