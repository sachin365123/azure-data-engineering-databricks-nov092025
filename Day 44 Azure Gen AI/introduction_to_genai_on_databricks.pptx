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147479730" r:id="rId3"/>
    <p:sldId id="2147479726" r:id="rId4"/>
    <p:sldId id="214747973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466" y="-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6F4073-EFA3-1DA2-6F01-632491554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0D20E78-6553-AB81-2D5E-C13840A79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242FD32-8D82-9888-9828-56E8E8D31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28B4D6-B45F-C95D-FB85-A1F56B8E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A4666A-3AF6-188A-41B0-74133575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5293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B16DB7-38C3-461C-BB3D-76E099E3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05D6280-4232-949D-F772-A0D4C0CA4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546FC28-0565-95DA-C5E8-CE369D01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8183493-C494-59B0-D547-0F867C6DA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500B526-3805-A8F3-4064-1C248E19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7415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3E5B49-4D9C-746C-CB2C-FE4420691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419C899-1638-4250-2416-4D6137AE5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EF99AAC-88ED-E785-0875-2164A1DDC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E6B2C3-41F1-CC7B-25D4-FEAD673D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CFB8A1A-800B-5EB6-B208-82BE8BAD5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1677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580982-E1A3-6D50-2AFE-34AC3AD2D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3ACBF-BEB7-D85A-1E67-261F9343E5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A5D0E44-561A-5FAB-DD62-1A0E5D290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649984A-C95D-3A82-44AC-02E6B019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B03E873-D1CB-A0FF-E90D-794B3FCAB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9EAE6D-505C-4360-E5E5-D64818A8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1995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E46DDB-7F9D-3444-1B89-3ACB316E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3566B9-C8A1-7EBA-EF62-26AA3C393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06A0AFE-965E-C4A5-3A32-8CE33BCD5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181BAE35-4C5A-4473-8E9E-D2A314EC2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F0AC327-FFB1-DAFB-59CA-68F326981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0CF4379-60BA-D479-7508-21CDA4BE9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267502D4-893B-5842-E475-A630C57B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C6D4663-A50D-7E13-487E-24452FC9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67634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E64C68-9B88-FBAC-2C5F-13A9E89C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01931E6-2E3A-0F50-C910-A938D202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DA8BA2-4374-8B19-B78D-3C941B59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87B4527A-E1C8-2B31-4FC4-588F2E8D3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3753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9E5A7A8-CEA9-7B07-C67F-FB354694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8DE7485-0D97-DDCF-322E-4E00AEDB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B786129-CDEA-B6AF-66C3-D4BBBE02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69175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3252A0-C28D-1EDE-963A-BDE068E4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C4A3A3-012F-715F-A551-9F1893D4F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1AC0DA1-FAD3-9D41-3FE5-3197102A2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BB7E7AB-5F83-AA6D-DE3F-E3255DD54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F3A10E-08FA-D5E6-BDB2-324F986C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1A200E4-4896-B652-0371-537090359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13562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67E90C7-62F7-10FD-3657-CD507DC78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CC0853E-7B54-4549-3F19-87CA8DA0E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CF950F1-19DF-F714-B495-2E369CD4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178F8D5-3D48-7ABB-AC5B-8B699077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33D2326-6122-363B-BEB1-43B8055CC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8C82E3-3EDC-DED2-F219-427F3EF8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2320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F6A867-7E8E-2D2D-8EFB-0666B3F1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D31F2D0-7408-161F-C345-9043C1AFB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C3BDCC6-A799-65D6-66C3-CC2FEC50C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2ED5AA2-06AA-2783-17CF-ABB274F6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A58A950-6234-8C7F-C03E-EA9F106B4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7958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00325B9-B465-07A1-B455-0D780418E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0A57DFA-5C06-4503-76A1-16C0D1C35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56BD8C-07CA-12C8-CC20-D1B7462B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399584-C640-8860-DFAA-03F0966B9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3D0A0F7-38C7-227B-E513-F8CEA539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561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1CB99C9-0AC6-958F-50FF-D341E6853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33E3895-9318-1A60-25F6-C90623F3E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F6B957-D073-E087-8A22-D655A1169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3A7D11-C413-47FD-9F36-646559726A69}" type="datetimeFigureOut">
              <a:rPr lang="en-IN" smtClean="0"/>
              <a:pPr/>
              <a:t>04-08-2025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D8D74F1-E314-AF15-D4DF-A692A40E3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30EF75B-1EB9-3D78-D446-E5B849D6A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0B353-FB04-487B-810A-CBE4DE585B0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05190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xmlns="" id="{657F69E0-C4B0-4BEC-A689-4F8D877F05D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Azure Databricks A-Z Complete Guide | Azure Dp 203 Databricks Learning  Material | by Akansha Rana | Medium">
            <a:extLst>
              <a:ext uri="{FF2B5EF4-FFF2-40B4-BE49-F238E27FC236}">
                <a16:creationId xmlns:a16="http://schemas.microsoft.com/office/drawing/2014/main" xmlns="" id="{66988966-E20B-08AA-4929-988786726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537" r="4153"/>
          <a:stretch/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421F42-3077-AC70-3F9F-BDF1404AA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Generative AI</a:t>
            </a:r>
            <a:endParaRPr lang="en-IN" sz="66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0B69678-42C7-BB0A-A4D4-BF32146E0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(with Azure Databricks)</a:t>
            </a:r>
            <a:endParaRPr lang="en-IN">
              <a:solidFill>
                <a:schemeClr val="bg1"/>
              </a:solidFill>
            </a:endParaRPr>
          </a:p>
        </p:txBody>
      </p:sp>
      <p:sp>
        <p:nvSpPr>
          <p:cNvPr id="1035" name="sketchy line">
            <a:extLst>
              <a:ext uri="{FF2B5EF4-FFF2-40B4-BE49-F238E27FC236}">
                <a16:creationId xmlns:a16="http://schemas.microsoft.com/office/drawing/2014/main" xmlns="" id="{9F6380B4-6A1C-481E-8408-B4E6C75B9B8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xmlns="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70952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EAFB76-4B16-AF9A-068A-3C49EBA8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179161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GenAI</a:t>
            </a:r>
            <a:r>
              <a:rPr lang="en-US" dirty="0"/>
              <a:t> on Azure Databricks</a:t>
            </a:r>
            <a:endParaRPr lang="en-IN" dirty="0"/>
          </a:p>
        </p:txBody>
      </p:sp>
      <p:pic>
        <p:nvPicPr>
          <p:cNvPr id="8194" name="Picture 2" descr="Start building your generative AI solution">
            <a:extLst>
              <a:ext uri="{FF2B5EF4-FFF2-40B4-BE49-F238E27FC236}">
                <a16:creationId xmlns:a16="http://schemas.microsoft.com/office/drawing/2014/main" xmlns="" id="{87AA7E89-209E-E530-6382-722132C38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60476" y="1146402"/>
            <a:ext cx="5835524" cy="2934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41EEE3D-6F6B-BF5C-B4CC-A24F49B5C68A}"/>
              </a:ext>
            </a:extLst>
          </p:cNvPr>
          <p:cNvSpPr txBox="1"/>
          <p:nvPr/>
        </p:nvSpPr>
        <p:spPr>
          <a:xfrm>
            <a:off x="653142" y="5557735"/>
            <a:ext cx="10624457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You can deploy Foundational Large Language Models in Azure Databricks. Base models, like DBRX Instruct, Meta-Llama-3.1-70B-Instruct, GTE-Large, and Mistral-7B are available for immediate use with pay-per-token pricing, and workloads that require performance guarantees, like fine-tuned model variants, can be deployed with provisioned throughput.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7164207-61AF-2B4A-9DE2-AB045C7A13C2}"/>
              </a:ext>
            </a:extLst>
          </p:cNvPr>
          <p:cNvSpPr txBox="1"/>
          <p:nvPr/>
        </p:nvSpPr>
        <p:spPr>
          <a:xfrm>
            <a:off x="5835524" y="4219043"/>
            <a:ext cx="609600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Mosaic AI Agent Framework comprises a set of tools on Databricks designed to help developers build, deploy, and evaluate production-quality agents like Retrieval Augmented Generation (RAG) applications.</a:t>
            </a:r>
            <a:endParaRPr lang="en-IN" dirty="0"/>
          </a:p>
        </p:txBody>
      </p:sp>
      <p:pic>
        <p:nvPicPr>
          <p:cNvPr id="3" name="Picture 2" descr="Complete ownership over your models and data">
            <a:extLst>
              <a:ext uri="{FF2B5EF4-FFF2-40B4-BE49-F238E27FC236}">
                <a16:creationId xmlns:a16="http://schemas.microsoft.com/office/drawing/2014/main" xmlns="" id="{23BA1A1D-A663-C380-904C-62A9E4F14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88814" y="1146402"/>
            <a:ext cx="3785108" cy="2603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67780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Deploy and govern all your AI models centrally">
            <a:extLst>
              <a:ext uri="{FF2B5EF4-FFF2-40B4-BE49-F238E27FC236}">
                <a16:creationId xmlns:a16="http://schemas.microsoft.com/office/drawing/2014/main" xmlns="" id="{83F63C86-374A-FDB4-D696-161C5E193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893133" y="643467"/>
            <a:ext cx="840573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22096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30006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</Words>
  <Application>Microsoft Office PowerPoint</Application>
  <PresentationFormat>Custom</PresentationFormat>
  <Paragraphs>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Generative AI</vt:lpstr>
      <vt:lpstr>GenAI on Azure Databricks</vt:lpstr>
      <vt:lpstr>Slide 3</vt:lpstr>
      <vt:lpstr>Slide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Prabhjot Singh Bakshi</dc:creator>
  <cp:lastModifiedBy>hp</cp:lastModifiedBy>
  <cp:revision>2</cp:revision>
  <dcterms:created xsi:type="dcterms:W3CDTF">2024-12-06T13:46:05Z</dcterms:created>
  <dcterms:modified xsi:type="dcterms:W3CDTF">2025-08-04T13:56:28Z</dcterms:modified>
</cp:coreProperties>
</file>