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drawing1.xml" ContentType="application/vnd.ms-office.drawingml.diagramDrawing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changesInfos/changesInfo1.xml" ContentType="application/vnd.ms-powerpoint.changesinfo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00F90D-78DB-49D5-8579-5943FCD38A0B}" v="3" dt="2025-01-23T17:45:31.4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-466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bhjot Singh Bakshi" userId="2bc06dbbe72a50e9" providerId="LiveId" clId="{8300F90D-78DB-49D5-8579-5943FCD38A0B}"/>
    <pc:docChg chg="undo custSel addSld delSld modSld">
      <pc:chgData name="Prabhjot Singh Bakshi" userId="2bc06dbbe72a50e9" providerId="LiveId" clId="{8300F90D-78DB-49D5-8579-5943FCD38A0B}" dt="2025-01-23T17:45:59.364" v="37" actId="20577"/>
      <pc:docMkLst>
        <pc:docMk/>
      </pc:docMkLst>
      <pc:sldChg chg="del">
        <pc:chgData name="Prabhjot Singh Bakshi" userId="2bc06dbbe72a50e9" providerId="LiveId" clId="{8300F90D-78DB-49D5-8579-5943FCD38A0B}" dt="2025-01-23T04:47:53.041" v="3" actId="47"/>
        <pc:sldMkLst>
          <pc:docMk/>
          <pc:sldMk cId="4027165266" sldId="256"/>
        </pc:sldMkLst>
      </pc:sldChg>
      <pc:sldChg chg="delSp modSp add mod setBg delDesignElem">
        <pc:chgData name="Prabhjot Singh Bakshi" userId="2bc06dbbe72a50e9" providerId="LiveId" clId="{8300F90D-78DB-49D5-8579-5943FCD38A0B}" dt="2025-01-23T04:47:59.221" v="5" actId="1076"/>
        <pc:sldMkLst>
          <pc:docMk/>
          <pc:sldMk cId="1190519482" sldId="258"/>
        </pc:sldMkLst>
        <pc:spChg chg="mod">
          <ac:chgData name="Prabhjot Singh Bakshi" userId="2bc06dbbe72a50e9" providerId="LiveId" clId="{8300F90D-78DB-49D5-8579-5943FCD38A0B}" dt="2025-01-23T04:47:59.221" v="5" actId="1076"/>
          <ac:spMkLst>
            <pc:docMk/>
            <pc:sldMk cId="1190519482" sldId="258"/>
            <ac:spMk id="2" creationId="{2CFC5E70-F0AD-EDE8-996F-362184E7DD1F}"/>
          </ac:spMkLst>
        </pc:spChg>
        <pc:spChg chg="del">
          <ac:chgData name="Prabhjot Singh Bakshi" userId="2bc06dbbe72a50e9" providerId="LiveId" clId="{8300F90D-78DB-49D5-8579-5943FCD38A0B}" dt="2025-01-23T04:47:51.932" v="1"/>
          <ac:spMkLst>
            <pc:docMk/>
            <pc:sldMk cId="1190519482" sldId="258"/>
            <ac:spMk id="1038" creationId="{9D767E3F-5FD8-43EF-92CC-71463D47E1EE}"/>
          </ac:spMkLst>
        </pc:spChg>
        <pc:spChg chg="del">
          <ac:chgData name="Prabhjot Singh Bakshi" userId="2bc06dbbe72a50e9" providerId="LiveId" clId="{8300F90D-78DB-49D5-8579-5943FCD38A0B}" dt="2025-01-23T04:47:51.932" v="1"/>
          <ac:spMkLst>
            <pc:docMk/>
            <pc:sldMk cId="1190519482" sldId="258"/>
            <ac:spMk id="1040" creationId="{53326BAA-9686-4D37-B702-A459A43F9B06}"/>
          </ac:spMkLst>
        </pc:spChg>
        <pc:spChg chg="del">
          <ac:chgData name="Prabhjot Singh Bakshi" userId="2bc06dbbe72a50e9" providerId="LiveId" clId="{8300F90D-78DB-49D5-8579-5943FCD38A0B}" dt="2025-01-23T04:47:51.932" v="1"/>
          <ac:spMkLst>
            <pc:docMk/>
            <pc:sldMk cId="1190519482" sldId="258"/>
            <ac:spMk id="1042" creationId="{AB330529-CB1E-4112-8F01-435C2E299761}"/>
          </ac:spMkLst>
        </pc:spChg>
        <pc:grpChg chg="del">
          <ac:chgData name="Prabhjot Singh Bakshi" userId="2bc06dbbe72a50e9" providerId="LiveId" clId="{8300F90D-78DB-49D5-8579-5943FCD38A0B}" dt="2025-01-23T04:47:51.932" v="1"/>
          <ac:grpSpMkLst>
            <pc:docMk/>
            <pc:sldMk cId="1190519482" sldId="258"/>
            <ac:grpSpMk id="1044" creationId="{A6BAEEFE-5A15-4E44-B100-CFD7F5D6D059}"/>
          </ac:grpSpMkLst>
        </pc:grpChg>
      </pc:sldChg>
      <pc:sldChg chg="addSp delSp modSp new mod setBg">
        <pc:chgData name="Prabhjot Singh Bakshi" userId="2bc06dbbe72a50e9" providerId="LiveId" clId="{8300F90D-78DB-49D5-8579-5943FCD38A0B}" dt="2025-01-23T17:45:59.364" v="37" actId="20577"/>
        <pc:sldMkLst>
          <pc:docMk/>
          <pc:sldMk cId="1359562850" sldId="259"/>
        </pc:sldMkLst>
        <pc:spChg chg="mod">
          <ac:chgData name="Prabhjot Singh Bakshi" userId="2bc06dbbe72a50e9" providerId="LiveId" clId="{8300F90D-78DB-49D5-8579-5943FCD38A0B}" dt="2025-01-23T17:45:59.364" v="37" actId="20577"/>
          <ac:spMkLst>
            <pc:docMk/>
            <pc:sldMk cId="1359562850" sldId="259"/>
            <ac:spMk id="2" creationId="{54AB1E14-69DF-DAF4-A661-D40CF8B4DD58}"/>
          </ac:spMkLst>
        </pc:spChg>
        <pc:spChg chg="del mod">
          <ac:chgData name="Prabhjot Singh Bakshi" userId="2bc06dbbe72a50e9" providerId="LiveId" clId="{8300F90D-78DB-49D5-8579-5943FCD38A0B}" dt="2025-01-23T17:45:22.136" v="28" actId="26606"/>
          <ac:spMkLst>
            <pc:docMk/>
            <pc:sldMk cId="1359562850" sldId="259"/>
            <ac:spMk id="3" creationId="{5DFC0931-43FF-9FF7-6077-6ADC10202F72}"/>
          </ac:spMkLst>
        </pc:spChg>
        <pc:spChg chg="add">
          <ac:chgData name="Prabhjot Singh Bakshi" userId="2bc06dbbe72a50e9" providerId="LiveId" clId="{8300F90D-78DB-49D5-8579-5943FCD38A0B}" dt="2025-01-23T17:45:22.136" v="28" actId="26606"/>
          <ac:spMkLst>
            <pc:docMk/>
            <pc:sldMk cId="1359562850" sldId="259"/>
            <ac:spMk id="9" creationId="{56E9B3E6-E277-4D68-BA48-9CB43FFBD6E2}"/>
          </ac:spMkLst>
        </pc:spChg>
        <pc:spChg chg="add">
          <ac:chgData name="Prabhjot Singh Bakshi" userId="2bc06dbbe72a50e9" providerId="LiveId" clId="{8300F90D-78DB-49D5-8579-5943FCD38A0B}" dt="2025-01-23T17:45:22.136" v="28" actId="26606"/>
          <ac:spMkLst>
            <pc:docMk/>
            <pc:sldMk cId="1359562850" sldId="259"/>
            <ac:spMk id="16" creationId="{D5B0017B-2ECA-49AF-B397-DC140825DF8D}"/>
          </ac:spMkLst>
        </pc:spChg>
        <pc:grpChg chg="add">
          <ac:chgData name="Prabhjot Singh Bakshi" userId="2bc06dbbe72a50e9" providerId="LiveId" clId="{8300F90D-78DB-49D5-8579-5943FCD38A0B}" dt="2025-01-23T17:45:22.136" v="28" actId="26606"/>
          <ac:grpSpMkLst>
            <pc:docMk/>
            <pc:sldMk cId="1359562850" sldId="259"/>
            <ac:grpSpMk id="11" creationId="{AE1C45F0-260A-458C-96ED-C1F6D2151219}"/>
          </ac:grpSpMkLst>
        </pc:grpChg>
        <pc:graphicFrameChg chg="add mod modGraphic">
          <ac:chgData name="Prabhjot Singh Bakshi" userId="2bc06dbbe72a50e9" providerId="LiveId" clId="{8300F90D-78DB-49D5-8579-5943FCD38A0B}" dt="2025-01-23T17:45:39.875" v="31" actId="26606"/>
          <ac:graphicFrameMkLst>
            <pc:docMk/>
            <pc:sldMk cId="1359562850" sldId="259"/>
            <ac:graphicFrameMk id="5" creationId="{90B99680-DD77-3C90-7B6C-3D4A8D89E9B2}"/>
          </ac:graphicFrameMkLst>
        </pc:graphicFrameChg>
        <pc:cxnChg chg="add">
          <ac:chgData name="Prabhjot Singh Bakshi" userId="2bc06dbbe72a50e9" providerId="LiveId" clId="{8300F90D-78DB-49D5-8579-5943FCD38A0B}" dt="2025-01-23T17:45:22.136" v="28" actId="26606"/>
          <ac:cxnSpMkLst>
            <pc:docMk/>
            <pc:sldMk cId="1359562850" sldId="259"/>
            <ac:cxnSpMk id="18" creationId="{6CF1BAF6-AD41-4082-B212-8A1F9A2E8779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1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71FE6E-F146-4721-BF08-A8998718B1EF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91D8760-EA9E-44A1-83B6-C28B144124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Unity Catalog functions</a:t>
          </a:r>
          <a:r>
            <a:rPr lang="en-US"/>
            <a:t>: Unity Catalog functions are defined and managed within Unity Catalog, offering built-in security and compliance features. Writing your tool as a Unity Catalog function grants easier discoverability, governance, and reuse. Unity Catalog functions work especially well for applying transformations and aggregations on large datasets.</a:t>
          </a:r>
        </a:p>
      </dgm:t>
    </dgm:pt>
    <dgm:pt modelId="{AFA1BA58-F7F5-4FAF-9C94-7AAF2147F8A9}" type="parTrans" cxnId="{57AC91DF-4093-40AD-8C7E-CC0663509800}">
      <dgm:prSet/>
      <dgm:spPr/>
      <dgm:t>
        <a:bodyPr/>
        <a:lstStyle/>
        <a:p>
          <a:endParaRPr lang="en-US"/>
        </a:p>
      </dgm:t>
    </dgm:pt>
    <dgm:pt modelId="{A4AA72C7-35B5-413F-AC93-7FB147AB84D6}" type="sibTrans" cxnId="{57AC91DF-4093-40AD-8C7E-CC0663509800}">
      <dgm:prSet/>
      <dgm:spPr/>
      <dgm:t>
        <a:bodyPr/>
        <a:lstStyle/>
        <a:p>
          <a:endParaRPr lang="en-US"/>
        </a:p>
      </dgm:t>
    </dgm:pt>
    <dgm:pt modelId="{E6130F11-5C84-4B73-836B-1C864602C2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Agent code tools</a:t>
          </a:r>
          <a:r>
            <a:rPr lang="en-US" dirty="0"/>
            <a:t>: These tools are defined in the same code that defines the AI agent. This approach is useful when calling REST APIs, using arbitrary code or libraries, or executing low-latency tools. However, this approach lacks the built-in discoverability and governance provided by Unity Catalog functions.</a:t>
          </a:r>
        </a:p>
      </dgm:t>
    </dgm:pt>
    <dgm:pt modelId="{E3907A87-B265-4D2E-B5DD-8DF2E3512644}" type="parTrans" cxnId="{0DDC9800-2BC7-4BC1-96F6-0A8F5EC9088A}">
      <dgm:prSet/>
      <dgm:spPr/>
      <dgm:t>
        <a:bodyPr/>
        <a:lstStyle/>
        <a:p>
          <a:endParaRPr lang="en-US"/>
        </a:p>
      </dgm:t>
    </dgm:pt>
    <dgm:pt modelId="{05312545-151F-4067-A117-55DD69119BEC}" type="sibTrans" cxnId="{0DDC9800-2BC7-4BC1-96F6-0A8F5EC9088A}">
      <dgm:prSet/>
      <dgm:spPr/>
      <dgm:t>
        <a:bodyPr/>
        <a:lstStyle/>
        <a:p>
          <a:endParaRPr lang="en-US"/>
        </a:p>
      </dgm:t>
    </dgm:pt>
    <dgm:pt modelId="{6358809E-42E7-4948-946B-E5FC7CC42B84}" type="pres">
      <dgm:prSet presAssocID="{B371FE6E-F146-4721-BF08-A8998718B1EF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2A1BAA3-2C5B-4556-8A0E-42209F680BB0}" type="pres">
      <dgm:prSet presAssocID="{491D8760-EA9E-44A1-83B6-C28B144124D8}" presName="compNode" presStyleCnt="0"/>
      <dgm:spPr/>
    </dgm:pt>
    <dgm:pt modelId="{1E569C0F-61FF-4931-81E7-B2F2A0932708}" type="pres">
      <dgm:prSet presAssocID="{491D8760-EA9E-44A1-83B6-C28B144124D8}" presName="bgRect" presStyleLbl="bgShp" presStyleIdx="0" presStyleCnt="2"/>
      <dgm:spPr/>
    </dgm:pt>
    <dgm:pt modelId="{E82789AC-A1F5-4BCB-B13F-143DFC107C3D}" type="pres">
      <dgm:prSet presAssocID="{491D8760-EA9E-44A1-83B6-C28B144124D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Server"/>
        </a:ext>
      </dgm:extLst>
    </dgm:pt>
    <dgm:pt modelId="{716766CF-0100-4F8B-B423-A066EC32FF2D}" type="pres">
      <dgm:prSet presAssocID="{491D8760-EA9E-44A1-83B6-C28B144124D8}" presName="spaceRect" presStyleCnt="0"/>
      <dgm:spPr/>
    </dgm:pt>
    <dgm:pt modelId="{AF62B482-7A88-4C01-BDB3-0720D0994E03}" type="pres">
      <dgm:prSet presAssocID="{491D8760-EA9E-44A1-83B6-C28B144124D8}" presName="parTx" presStyleLbl="revTx" presStyleIdx="0" presStyleCnt="2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ACE18E33-B73B-4AC6-93A1-72DE7F58F9A5}" type="pres">
      <dgm:prSet presAssocID="{A4AA72C7-35B5-413F-AC93-7FB147AB84D6}" presName="sibTrans" presStyleCnt="0"/>
      <dgm:spPr/>
    </dgm:pt>
    <dgm:pt modelId="{D865B636-D0C9-4887-BF03-2617C377AFBB}" type="pres">
      <dgm:prSet presAssocID="{E6130F11-5C84-4B73-836B-1C864602C22E}" presName="compNode" presStyleCnt="0"/>
      <dgm:spPr/>
    </dgm:pt>
    <dgm:pt modelId="{BFA896A1-B7AF-42D7-BDAE-609F2BE2A366}" type="pres">
      <dgm:prSet presAssocID="{E6130F11-5C84-4B73-836B-1C864602C22E}" presName="bgRect" presStyleLbl="bgShp" presStyleIdx="1" presStyleCnt="2"/>
      <dgm:spPr/>
    </dgm:pt>
    <dgm:pt modelId="{0705E40F-C69A-475D-AA2F-6C091446543A}" type="pres">
      <dgm:prSet presAssocID="{E6130F11-5C84-4B73-836B-1C864602C22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Robot"/>
        </a:ext>
      </dgm:extLst>
    </dgm:pt>
    <dgm:pt modelId="{C1D2A394-A6E8-4F4D-BB9F-0CF959A4FD59}" type="pres">
      <dgm:prSet presAssocID="{E6130F11-5C84-4B73-836B-1C864602C22E}" presName="spaceRect" presStyleCnt="0"/>
      <dgm:spPr/>
    </dgm:pt>
    <dgm:pt modelId="{C2F8E7A4-BA4E-44D4-93AB-6D84FF6D4EBF}" type="pres">
      <dgm:prSet presAssocID="{E6130F11-5C84-4B73-836B-1C864602C22E}" presName="parTx" presStyleLbl="revTx" presStyleIdx="1" presStyleCnt="2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2BFBFD92-17D7-42DB-B74C-2F47115643A6}" type="presOf" srcId="{B371FE6E-F146-4721-BF08-A8998718B1EF}" destId="{6358809E-42E7-4948-946B-E5FC7CC42B84}" srcOrd="0" destOrd="0" presId="urn:microsoft.com/office/officeart/2018/2/layout/IconVerticalSolidList"/>
    <dgm:cxn modelId="{5C504134-22A7-4378-A4E0-80C86967D323}" type="presOf" srcId="{E6130F11-5C84-4B73-836B-1C864602C22E}" destId="{C2F8E7A4-BA4E-44D4-93AB-6D84FF6D4EBF}" srcOrd="0" destOrd="0" presId="urn:microsoft.com/office/officeart/2018/2/layout/IconVerticalSolidList"/>
    <dgm:cxn modelId="{57AC91DF-4093-40AD-8C7E-CC0663509800}" srcId="{B371FE6E-F146-4721-BF08-A8998718B1EF}" destId="{491D8760-EA9E-44A1-83B6-C28B144124D8}" srcOrd="0" destOrd="0" parTransId="{AFA1BA58-F7F5-4FAF-9C94-7AAF2147F8A9}" sibTransId="{A4AA72C7-35B5-413F-AC93-7FB147AB84D6}"/>
    <dgm:cxn modelId="{0DDC9800-2BC7-4BC1-96F6-0A8F5EC9088A}" srcId="{B371FE6E-F146-4721-BF08-A8998718B1EF}" destId="{E6130F11-5C84-4B73-836B-1C864602C22E}" srcOrd="1" destOrd="0" parTransId="{E3907A87-B265-4D2E-B5DD-8DF2E3512644}" sibTransId="{05312545-151F-4067-A117-55DD69119BEC}"/>
    <dgm:cxn modelId="{0EB71D96-1612-428A-9344-91DC1DB7F5ED}" type="presOf" srcId="{491D8760-EA9E-44A1-83B6-C28B144124D8}" destId="{AF62B482-7A88-4C01-BDB3-0720D0994E03}" srcOrd="0" destOrd="0" presId="urn:microsoft.com/office/officeart/2018/2/layout/IconVerticalSolidList"/>
    <dgm:cxn modelId="{A6D5ED96-BACA-417B-9DE2-B1686CF2319B}" type="presParOf" srcId="{6358809E-42E7-4948-946B-E5FC7CC42B84}" destId="{52A1BAA3-2C5B-4556-8A0E-42209F680BB0}" srcOrd="0" destOrd="0" presId="urn:microsoft.com/office/officeart/2018/2/layout/IconVerticalSolidList"/>
    <dgm:cxn modelId="{74745F04-A6CA-4588-8B2C-26AECF1B6C0E}" type="presParOf" srcId="{52A1BAA3-2C5B-4556-8A0E-42209F680BB0}" destId="{1E569C0F-61FF-4931-81E7-B2F2A0932708}" srcOrd="0" destOrd="0" presId="urn:microsoft.com/office/officeart/2018/2/layout/IconVerticalSolidList"/>
    <dgm:cxn modelId="{B3CFF037-F5A9-42BE-9662-2166172D1B96}" type="presParOf" srcId="{52A1BAA3-2C5B-4556-8A0E-42209F680BB0}" destId="{E82789AC-A1F5-4BCB-B13F-143DFC107C3D}" srcOrd="1" destOrd="0" presId="urn:microsoft.com/office/officeart/2018/2/layout/IconVerticalSolidList"/>
    <dgm:cxn modelId="{2BD13237-6FA6-48AE-9ED9-FC20A315C3CF}" type="presParOf" srcId="{52A1BAA3-2C5B-4556-8A0E-42209F680BB0}" destId="{716766CF-0100-4F8B-B423-A066EC32FF2D}" srcOrd="2" destOrd="0" presId="urn:microsoft.com/office/officeart/2018/2/layout/IconVerticalSolidList"/>
    <dgm:cxn modelId="{5B01C966-D97D-49B9-ADE8-4EACDE82C148}" type="presParOf" srcId="{52A1BAA3-2C5B-4556-8A0E-42209F680BB0}" destId="{AF62B482-7A88-4C01-BDB3-0720D0994E03}" srcOrd="3" destOrd="0" presId="urn:microsoft.com/office/officeart/2018/2/layout/IconVerticalSolidList"/>
    <dgm:cxn modelId="{DCD7DB58-AB8C-43E1-9559-5766B6950B43}" type="presParOf" srcId="{6358809E-42E7-4948-946B-E5FC7CC42B84}" destId="{ACE18E33-B73B-4AC6-93A1-72DE7F58F9A5}" srcOrd="1" destOrd="0" presId="urn:microsoft.com/office/officeart/2018/2/layout/IconVerticalSolidList"/>
    <dgm:cxn modelId="{4CD981EB-C7A9-4C98-98F4-7F2F9C22DE30}" type="presParOf" srcId="{6358809E-42E7-4948-946B-E5FC7CC42B84}" destId="{D865B636-D0C9-4887-BF03-2617C377AFBB}" srcOrd="2" destOrd="0" presId="urn:microsoft.com/office/officeart/2018/2/layout/IconVerticalSolidList"/>
    <dgm:cxn modelId="{EDEEC0A0-22B4-45ED-A929-CA771C381B78}" type="presParOf" srcId="{D865B636-D0C9-4887-BF03-2617C377AFBB}" destId="{BFA896A1-B7AF-42D7-BDAE-609F2BE2A366}" srcOrd="0" destOrd="0" presId="urn:microsoft.com/office/officeart/2018/2/layout/IconVerticalSolidList"/>
    <dgm:cxn modelId="{A5F29AB6-0271-4D8D-AF3E-10BD81DD36F6}" type="presParOf" srcId="{D865B636-D0C9-4887-BF03-2617C377AFBB}" destId="{0705E40F-C69A-475D-AA2F-6C091446543A}" srcOrd="1" destOrd="0" presId="urn:microsoft.com/office/officeart/2018/2/layout/IconVerticalSolidList"/>
    <dgm:cxn modelId="{648183F1-ECD4-4B4B-B80E-61466536AA35}" type="presParOf" srcId="{D865B636-D0C9-4887-BF03-2617C377AFBB}" destId="{C1D2A394-A6E8-4F4D-BB9F-0CF959A4FD59}" srcOrd="2" destOrd="0" presId="urn:microsoft.com/office/officeart/2018/2/layout/IconVerticalSolidList"/>
    <dgm:cxn modelId="{3592E937-C90F-4467-95EF-F0BC1AAE0FCA}" type="presParOf" srcId="{D865B636-D0C9-4887-BF03-2617C377AFBB}" destId="{C2F8E7A4-BA4E-44D4-93AB-6D84FF6D4E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71FE6E-F146-4721-BF08-A8998718B1EF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91D8760-EA9E-44A1-83B6-C28B144124D8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AFA1BA58-F7F5-4FAF-9C94-7AAF2147F8A9}" type="parTrans" cxnId="{57AC91DF-4093-40AD-8C7E-CC0663509800}">
      <dgm:prSet/>
      <dgm:spPr/>
      <dgm:t>
        <a:bodyPr/>
        <a:lstStyle/>
        <a:p>
          <a:endParaRPr lang="en-US"/>
        </a:p>
      </dgm:t>
    </dgm:pt>
    <dgm:pt modelId="{A4AA72C7-35B5-413F-AC93-7FB147AB84D6}" type="sibTrans" cxnId="{57AC91DF-4093-40AD-8C7E-CC0663509800}">
      <dgm:prSet/>
      <dgm:spPr/>
      <dgm:t>
        <a:bodyPr/>
        <a:lstStyle/>
        <a:p>
          <a:endParaRPr lang="en-US"/>
        </a:p>
      </dgm:t>
    </dgm:pt>
    <dgm:pt modelId="{E6130F11-5C84-4B73-836B-1C864602C22E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E3907A87-B265-4D2E-B5DD-8DF2E3512644}" type="parTrans" cxnId="{0DDC9800-2BC7-4BC1-96F6-0A8F5EC9088A}">
      <dgm:prSet/>
      <dgm:spPr/>
      <dgm:t>
        <a:bodyPr/>
        <a:lstStyle/>
        <a:p>
          <a:endParaRPr lang="en-US"/>
        </a:p>
      </dgm:t>
    </dgm:pt>
    <dgm:pt modelId="{05312545-151F-4067-A117-55DD69119BEC}" type="sibTrans" cxnId="{0DDC9800-2BC7-4BC1-96F6-0A8F5EC9088A}">
      <dgm:prSet/>
      <dgm:spPr/>
      <dgm:t>
        <a:bodyPr/>
        <a:lstStyle/>
        <a:p>
          <a:endParaRPr lang="en-US"/>
        </a:p>
      </dgm:t>
    </dgm:pt>
    <dgm:pt modelId="{6358809E-42E7-4948-946B-E5FC7CC42B84}" type="pres">
      <dgm:prSet presAssocID="{B371FE6E-F146-4721-BF08-A8998718B1EF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2A1BAA3-2C5B-4556-8A0E-42209F680BB0}" type="pres">
      <dgm:prSet presAssocID="{491D8760-EA9E-44A1-83B6-C28B144124D8}" presName="compNode" presStyleCnt="0"/>
      <dgm:spPr/>
    </dgm:pt>
    <dgm:pt modelId="{1E569C0F-61FF-4931-81E7-B2F2A0932708}" type="pres">
      <dgm:prSet presAssocID="{491D8760-EA9E-44A1-83B6-C28B144124D8}" presName="bgRect" presStyleLbl="bgShp" presStyleIdx="0" presStyleCnt="2"/>
      <dgm:spPr/>
    </dgm:pt>
    <dgm:pt modelId="{E82789AC-A1F5-4BCB-B13F-143DFC107C3D}" type="pres">
      <dgm:prSet presAssocID="{491D8760-EA9E-44A1-83B6-C28B144124D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Server"/>
        </a:ext>
      </dgm:extLst>
    </dgm:pt>
    <dgm:pt modelId="{716766CF-0100-4F8B-B423-A066EC32FF2D}" type="pres">
      <dgm:prSet presAssocID="{491D8760-EA9E-44A1-83B6-C28B144124D8}" presName="spaceRect" presStyleCnt="0"/>
      <dgm:spPr/>
    </dgm:pt>
    <dgm:pt modelId="{AF62B482-7A88-4C01-BDB3-0720D0994E03}" type="pres">
      <dgm:prSet presAssocID="{491D8760-EA9E-44A1-83B6-C28B144124D8}" presName="parTx" presStyleLbl="revTx" presStyleIdx="0" presStyleCnt="2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ACE18E33-B73B-4AC6-93A1-72DE7F58F9A5}" type="pres">
      <dgm:prSet presAssocID="{A4AA72C7-35B5-413F-AC93-7FB147AB84D6}" presName="sibTrans" presStyleCnt="0"/>
      <dgm:spPr/>
    </dgm:pt>
    <dgm:pt modelId="{D865B636-D0C9-4887-BF03-2617C377AFBB}" type="pres">
      <dgm:prSet presAssocID="{E6130F11-5C84-4B73-836B-1C864602C22E}" presName="compNode" presStyleCnt="0"/>
      <dgm:spPr/>
    </dgm:pt>
    <dgm:pt modelId="{BFA896A1-B7AF-42D7-BDAE-609F2BE2A366}" type="pres">
      <dgm:prSet presAssocID="{E6130F11-5C84-4B73-836B-1C864602C22E}" presName="bgRect" presStyleLbl="bgShp" presStyleIdx="1" presStyleCnt="2"/>
      <dgm:spPr/>
    </dgm:pt>
    <dgm:pt modelId="{0705E40F-C69A-475D-AA2F-6C091446543A}" type="pres">
      <dgm:prSet presAssocID="{E6130F11-5C84-4B73-836B-1C864602C22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Robot"/>
        </a:ext>
      </dgm:extLst>
    </dgm:pt>
    <dgm:pt modelId="{C1D2A394-A6E8-4F4D-BB9F-0CF959A4FD59}" type="pres">
      <dgm:prSet presAssocID="{E6130F11-5C84-4B73-836B-1C864602C22E}" presName="spaceRect" presStyleCnt="0"/>
      <dgm:spPr/>
    </dgm:pt>
    <dgm:pt modelId="{C2F8E7A4-BA4E-44D4-93AB-6D84FF6D4EBF}" type="pres">
      <dgm:prSet presAssocID="{E6130F11-5C84-4B73-836B-1C864602C22E}" presName="parTx" presStyleLbl="revTx" presStyleIdx="1" presStyleCnt="2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F2FF7F80-6EEB-4B1D-9B31-76CD96F65794}" type="presOf" srcId="{B371FE6E-F146-4721-BF08-A8998718B1EF}" destId="{6358809E-42E7-4948-946B-E5FC7CC42B84}" srcOrd="0" destOrd="0" presId="urn:microsoft.com/office/officeart/2018/2/layout/IconVerticalSolidList"/>
    <dgm:cxn modelId="{57AC91DF-4093-40AD-8C7E-CC0663509800}" srcId="{B371FE6E-F146-4721-BF08-A8998718B1EF}" destId="{491D8760-EA9E-44A1-83B6-C28B144124D8}" srcOrd="0" destOrd="0" parTransId="{AFA1BA58-F7F5-4FAF-9C94-7AAF2147F8A9}" sibTransId="{A4AA72C7-35B5-413F-AC93-7FB147AB84D6}"/>
    <dgm:cxn modelId="{0DDC9800-2BC7-4BC1-96F6-0A8F5EC9088A}" srcId="{B371FE6E-F146-4721-BF08-A8998718B1EF}" destId="{E6130F11-5C84-4B73-836B-1C864602C22E}" srcOrd="1" destOrd="0" parTransId="{E3907A87-B265-4D2E-B5DD-8DF2E3512644}" sibTransId="{05312545-151F-4067-A117-55DD69119BEC}"/>
    <dgm:cxn modelId="{4DA8A033-338E-4280-B96A-995688D92646}" type="presOf" srcId="{491D8760-EA9E-44A1-83B6-C28B144124D8}" destId="{AF62B482-7A88-4C01-BDB3-0720D0994E03}" srcOrd="0" destOrd="0" presId="urn:microsoft.com/office/officeart/2018/2/layout/IconVerticalSolidList"/>
    <dgm:cxn modelId="{B9DC95FE-87A5-4948-B376-5BFB1E07ED91}" type="presOf" srcId="{E6130F11-5C84-4B73-836B-1C864602C22E}" destId="{C2F8E7A4-BA4E-44D4-93AB-6D84FF6D4EBF}" srcOrd="0" destOrd="0" presId="urn:microsoft.com/office/officeart/2018/2/layout/IconVerticalSolidList"/>
    <dgm:cxn modelId="{2AA5EEB2-BA8E-4856-B60F-2C00E80A95CF}" type="presParOf" srcId="{6358809E-42E7-4948-946B-E5FC7CC42B84}" destId="{52A1BAA3-2C5B-4556-8A0E-42209F680BB0}" srcOrd="0" destOrd="0" presId="urn:microsoft.com/office/officeart/2018/2/layout/IconVerticalSolidList"/>
    <dgm:cxn modelId="{85D97947-44B8-4E22-8C03-6F24ABD35D5E}" type="presParOf" srcId="{52A1BAA3-2C5B-4556-8A0E-42209F680BB0}" destId="{1E569C0F-61FF-4931-81E7-B2F2A0932708}" srcOrd="0" destOrd="0" presId="urn:microsoft.com/office/officeart/2018/2/layout/IconVerticalSolidList"/>
    <dgm:cxn modelId="{8CEC3AE9-9B7C-4691-88A0-67428C9974F7}" type="presParOf" srcId="{52A1BAA3-2C5B-4556-8A0E-42209F680BB0}" destId="{E82789AC-A1F5-4BCB-B13F-143DFC107C3D}" srcOrd="1" destOrd="0" presId="urn:microsoft.com/office/officeart/2018/2/layout/IconVerticalSolidList"/>
    <dgm:cxn modelId="{3F8782C1-D104-4B67-84AB-21703F53C60C}" type="presParOf" srcId="{52A1BAA3-2C5B-4556-8A0E-42209F680BB0}" destId="{716766CF-0100-4F8B-B423-A066EC32FF2D}" srcOrd="2" destOrd="0" presId="urn:microsoft.com/office/officeart/2018/2/layout/IconVerticalSolidList"/>
    <dgm:cxn modelId="{94D124F0-AF00-4E07-941B-C5FAB1869A13}" type="presParOf" srcId="{52A1BAA3-2C5B-4556-8A0E-42209F680BB0}" destId="{AF62B482-7A88-4C01-BDB3-0720D0994E03}" srcOrd="3" destOrd="0" presId="urn:microsoft.com/office/officeart/2018/2/layout/IconVerticalSolidList"/>
    <dgm:cxn modelId="{78620240-16E2-48EF-9D67-E411F07D5538}" type="presParOf" srcId="{6358809E-42E7-4948-946B-E5FC7CC42B84}" destId="{ACE18E33-B73B-4AC6-93A1-72DE7F58F9A5}" srcOrd="1" destOrd="0" presId="urn:microsoft.com/office/officeart/2018/2/layout/IconVerticalSolidList"/>
    <dgm:cxn modelId="{17B1577B-BCA5-48B2-9164-3FC9BF49C910}" type="presParOf" srcId="{6358809E-42E7-4948-946B-E5FC7CC42B84}" destId="{D865B636-D0C9-4887-BF03-2617C377AFBB}" srcOrd="2" destOrd="0" presId="urn:microsoft.com/office/officeart/2018/2/layout/IconVerticalSolidList"/>
    <dgm:cxn modelId="{1EC85E43-AE36-41EE-B17C-52476B01586F}" type="presParOf" srcId="{D865B636-D0C9-4887-BF03-2617C377AFBB}" destId="{BFA896A1-B7AF-42D7-BDAE-609F2BE2A366}" srcOrd="0" destOrd="0" presId="urn:microsoft.com/office/officeart/2018/2/layout/IconVerticalSolidList"/>
    <dgm:cxn modelId="{6C33C456-583A-41A0-BF95-BB861957BEAD}" type="presParOf" srcId="{D865B636-D0C9-4887-BF03-2617C377AFBB}" destId="{0705E40F-C69A-475D-AA2F-6C091446543A}" srcOrd="1" destOrd="0" presId="urn:microsoft.com/office/officeart/2018/2/layout/IconVerticalSolidList"/>
    <dgm:cxn modelId="{0B8A9DC4-1A92-44AB-BEF2-CA4DD4BE7BED}" type="presParOf" srcId="{D865B636-D0C9-4887-BF03-2617C377AFBB}" destId="{C1D2A394-A6E8-4F4D-BB9F-0CF959A4FD59}" srcOrd="2" destOrd="0" presId="urn:microsoft.com/office/officeart/2018/2/layout/IconVerticalSolidList"/>
    <dgm:cxn modelId="{45B0AD89-0453-4893-8975-14C8419EB07B}" type="presParOf" srcId="{D865B636-D0C9-4887-BF03-2617C377AFBB}" destId="{C2F8E7A4-BA4E-44D4-93AB-6D84FF6D4EBF}" srcOrd="3" destOrd="0" presId="urn:microsoft.com/office/officeart/2018/2/layout/IconVerticalSolidList"/>
  </dgm:cxnLst>
  <dgm:bg/>
  <dgm:whole/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69C0F-61FF-4931-81E7-B2F2A0932708}">
      <dsp:nvSpPr>
        <dsp:cNvPr id="0" name=""/>
        <dsp:cNvSpPr/>
      </dsp:nvSpPr>
      <dsp:spPr>
        <a:xfrm>
          <a:off x="0" y="371144"/>
          <a:ext cx="10378440" cy="111343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2789AC-A1F5-4BCB-B13F-143DFC107C3D}">
      <dsp:nvSpPr>
        <dsp:cNvPr id="0" name=""/>
        <dsp:cNvSpPr/>
      </dsp:nvSpPr>
      <dsp:spPr>
        <a:xfrm>
          <a:off x="336814" y="621667"/>
          <a:ext cx="612389" cy="6123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2B482-7A88-4C01-BDB3-0720D0994E03}">
      <dsp:nvSpPr>
        <dsp:cNvPr id="0" name=""/>
        <dsp:cNvSpPr/>
      </dsp:nvSpPr>
      <dsp:spPr>
        <a:xfrm>
          <a:off x="1286017" y="371144"/>
          <a:ext cx="9092422" cy="11134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839" tIns="117839" rIns="117839" bIns="11783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Unity Catalog functions</a:t>
          </a:r>
          <a:r>
            <a:rPr lang="en-US" sz="1400" kern="1200"/>
            <a:t>: Unity Catalog functions are defined and managed within Unity Catalog, offering built-in security and compliance features. Writing your tool as a Unity Catalog function grants easier discoverability, governance, and reuse. Unity Catalog functions work especially well for applying transformations and aggregations on large datasets.</a:t>
          </a:r>
        </a:p>
      </dsp:txBody>
      <dsp:txXfrm>
        <a:off x="1286017" y="371144"/>
        <a:ext cx="9092422" cy="1113434"/>
      </dsp:txXfrm>
    </dsp:sp>
    <dsp:sp modelId="{BFA896A1-B7AF-42D7-BDAE-609F2BE2A366}">
      <dsp:nvSpPr>
        <dsp:cNvPr id="0" name=""/>
        <dsp:cNvSpPr/>
      </dsp:nvSpPr>
      <dsp:spPr>
        <a:xfrm>
          <a:off x="0" y="1725322"/>
          <a:ext cx="10378440" cy="111343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05E40F-C69A-475D-AA2F-6C091446543A}">
      <dsp:nvSpPr>
        <dsp:cNvPr id="0" name=""/>
        <dsp:cNvSpPr/>
      </dsp:nvSpPr>
      <dsp:spPr>
        <a:xfrm>
          <a:off x="336814" y="1975845"/>
          <a:ext cx="612389" cy="6123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F8E7A4-BA4E-44D4-93AB-6D84FF6D4EBF}">
      <dsp:nvSpPr>
        <dsp:cNvPr id="0" name=""/>
        <dsp:cNvSpPr/>
      </dsp:nvSpPr>
      <dsp:spPr>
        <a:xfrm>
          <a:off x="1286017" y="1725322"/>
          <a:ext cx="9092422" cy="11134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839" tIns="117839" rIns="117839" bIns="11783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Agent code tools</a:t>
          </a:r>
          <a:r>
            <a:rPr lang="en-US" sz="1400" kern="1200" dirty="0"/>
            <a:t>: These tools are defined in the same code that defines the AI agent. This approach is useful when calling REST APIs, using arbitrary code or libraries, or executing low-latency tools. However, this approach lacks the built-in discoverability and governance provided by Unity Catalog functions.</a:t>
          </a:r>
        </a:p>
      </dsp:txBody>
      <dsp:txXfrm>
        <a:off x="1286017" y="1725322"/>
        <a:ext cx="9092422" cy="11134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91F5D5-1F44-E805-3883-8744DD8A4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DB1756E-E6E0-6E7A-BE59-B54D020FA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CA56A3D-4DDC-24E2-F0A8-F4865C78D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805-4DB8-4EB0-B9F6-E18DB7E7F183}" type="datetimeFigureOut">
              <a:rPr lang="en-IN" smtClean="0"/>
              <a:pPr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461E2F3-5BF0-C76C-8246-5D3B24B43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32412B-8F84-FE7C-4B39-C7A06B04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ACBD-B6B5-425E-AF40-F5DD08F6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20343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C9B8EF-3E46-A683-845E-F2944A7E3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14C8AF-E437-EEEF-3163-ABF8B7F4D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AB4EF21-598B-787D-658E-D2149D8B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805-4DB8-4EB0-B9F6-E18DB7E7F183}" type="datetimeFigureOut">
              <a:rPr lang="en-IN" smtClean="0"/>
              <a:pPr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8BE6D53-F0D5-D6F5-18ED-8DC863B14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63B1923-D4CD-5037-7740-B6BFCF11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ACBD-B6B5-425E-AF40-F5DD08F6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2645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2C25E8-553F-E965-5825-503E504D5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9E54E08-C357-BC59-0FEE-F78B6DF72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2FA9CE-C15B-AAF8-5A3E-78352F0B6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805-4DB8-4EB0-B9F6-E18DB7E7F183}" type="datetimeFigureOut">
              <a:rPr lang="en-IN" smtClean="0"/>
              <a:pPr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70C32B9-B2C1-B98C-BC2B-F8EAF6C0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8AE59B-B67F-68AB-D789-FADB87EBC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ACBD-B6B5-425E-AF40-F5DD08F6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269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9AF62E-127D-23F7-A031-4BD01232D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4DFED9-99AB-B1C3-DB0B-36A3631911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2DE9DE8-F469-E0F6-8EBE-938F625FA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AADB9DC-2E83-B043-C2F8-30183B0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805-4DB8-4EB0-B9F6-E18DB7E7F183}" type="datetimeFigureOut">
              <a:rPr lang="en-IN" smtClean="0"/>
              <a:pPr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57FB532-5F70-3ED3-2637-3747DC88C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4FF87F9-519D-7847-5445-FFF6D2AB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ACBD-B6B5-425E-AF40-F5DD08F6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65068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694D1B-DEDD-CD27-F577-AC7DA9553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889431C-965A-16BC-4E3D-3D0A4B862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0288878-44EB-652F-BEAE-AB9D6AFE3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3EB1DAD-B90E-B98E-C383-27671F717F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E09C839-4083-EA53-1945-46AD240CF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A2789C4-F6DC-5A50-D25B-B3259ED1D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805-4DB8-4EB0-B9F6-E18DB7E7F183}" type="datetimeFigureOut">
              <a:rPr lang="en-IN" smtClean="0"/>
              <a:pPr/>
              <a:t>11-08-2025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5FA0317-2847-D72D-1F65-7D69728CA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4288259-25DF-29D3-8443-1646B5FE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ACBD-B6B5-425E-AF40-F5DD08F6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4823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4A4FFB-33E6-84B6-02D8-EA94FA011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9E2086C-34BE-E926-70EA-675032D3C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805-4DB8-4EB0-B9F6-E18DB7E7F183}" type="datetimeFigureOut">
              <a:rPr lang="en-IN" smtClean="0"/>
              <a:pPr/>
              <a:t>11-08-2025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2AED16E-8F27-5103-D873-D52A6F368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5385F05-0564-D7D2-5C9B-5B8002B3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ACBD-B6B5-425E-AF40-F5DD08F6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52491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ABEB4BB-A660-5A4D-A74B-8733BC672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805-4DB8-4EB0-B9F6-E18DB7E7F183}" type="datetimeFigureOut">
              <a:rPr lang="en-IN" smtClean="0"/>
              <a:pPr/>
              <a:t>11-08-2025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77F4A4E-717E-3C04-C428-7E3A1D55C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98FFF41-FBB2-A9BA-2AF4-0591C85B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ACBD-B6B5-425E-AF40-F5DD08F6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82217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9EE767-A83A-4D8F-1C4C-5706CDB09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5EDBA05-FEB6-12FC-B787-A8D5F424C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130C490-151D-39AC-C175-91088BA44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AD92B35-B5AE-EB70-0340-3C0EC0C67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805-4DB8-4EB0-B9F6-E18DB7E7F183}" type="datetimeFigureOut">
              <a:rPr lang="en-IN" smtClean="0"/>
              <a:pPr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F490301-9A62-9E1C-8102-D9AF5FE9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D6E4293-3519-2D8C-1219-73C2C7B8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ACBD-B6B5-425E-AF40-F5DD08F6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04415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5E6249-B60E-8BD7-F654-06E94C74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9DC78AA-6BF0-AA31-9D52-9FC9BD772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5570998-687E-0B51-45DC-5CDD83392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F8C9407-0D9A-0A5A-6EAF-FF3828F4A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805-4DB8-4EB0-B9F6-E18DB7E7F183}" type="datetimeFigureOut">
              <a:rPr lang="en-IN" smtClean="0"/>
              <a:pPr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60392F9-340C-54BC-4E0F-D1E7E9EEC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28C0130-CD0A-480A-F9E7-54C4693EC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ACBD-B6B5-425E-AF40-F5DD08F6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4232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5F4D3C-47CF-A868-CD9A-0CB3F3AC7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0D17A05-AAFC-69E0-857A-F7FB04644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0246F62-2DD6-EE30-0284-FF47011F4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805-4DB8-4EB0-B9F6-E18DB7E7F183}" type="datetimeFigureOut">
              <a:rPr lang="en-IN" smtClean="0"/>
              <a:pPr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959535E-7CF6-0F32-2AC4-00ABB648A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F43B938-70DF-9568-1641-0C27CD95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ACBD-B6B5-425E-AF40-F5DD08F6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75655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9036488-8843-6618-67E6-49218D0D2C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E827078-233D-3C16-301B-440E510B2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6E6828E-060C-734D-6DF5-80618ECFA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805-4DB8-4EB0-B9F6-E18DB7E7F183}" type="datetimeFigureOut">
              <a:rPr lang="en-IN" smtClean="0"/>
              <a:pPr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F548EBF-74DF-E123-273F-BFF6C22F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107AA33-1773-CFB8-B350-FFD24BF3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ACBD-B6B5-425E-AF40-F5DD08F6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2613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EC4647D-66D6-5055-2A97-FB9DACC05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8EF303B-E223-932A-E866-478CC8956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E19B943-524F-BA7F-B6FC-A7C44940F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910805-4DB8-4EB0-B9F6-E18DB7E7F183}" type="datetimeFigureOut">
              <a:rPr lang="en-IN" smtClean="0"/>
              <a:pPr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E527CEB-A77A-FA4E-DD8E-720A7D7B1B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D8B1047-D7B1-D2B4-C306-BE797A523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32ACBD-B6B5-425E-AF40-F5DD08F6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67050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FC5E70-F0AD-EDE8-996F-362184E7D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327" y="2260397"/>
            <a:ext cx="5047488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Agents </a:t>
            </a:r>
            <a:br>
              <a:rPr lang="en-US" dirty="0"/>
            </a:br>
            <a:r>
              <a:rPr lang="en-US" dirty="0"/>
              <a:t>with </a:t>
            </a:r>
            <a:br>
              <a:rPr lang="en-US" dirty="0"/>
            </a:br>
            <a:r>
              <a:rPr lang="en-US" dirty="0"/>
              <a:t>Azure Databricks</a:t>
            </a:r>
            <a:endParaRPr lang="en-IN" dirty="0"/>
          </a:p>
        </p:txBody>
      </p:sp>
      <p:pic>
        <p:nvPicPr>
          <p:cNvPr id="1026" name="Picture 2" descr="Databricks - Wikipedia">
            <a:extLst>
              <a:ext uri="{FF2B5EF4-FFF2-40B4-BE49-F238E27FC236}">
                <a16:creationId xmlns:a16="http://schemas.microsoft.com/office/drawing/2014/main" xmlns="" id="{A71CE2DA-3DC3-7472-C033-647D8FFFE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537" r="4153"/>
          <a:stretch/>
        </p:blipFill>
        <p:spPr bwMode="auto">
          <a:xfrm>
            <a:off x="7359476" y="2439417"/>
            <a:ext cx="3607206" cy="2029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190519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atabricks GenAI Announcements at Data + AI Summit 2024 | Databricks Blog">
            <a:extLst>
              <a:ext uri="{FF2B5EF4-FFF2-40B4-BE49-F238E27FC236}">
                <a16:creationId xmlns:a16="http://schemas.microsoft.com/office/drawing/2014/main" xmlns="" id="{D1405512-CE8E-18B9-7DC7-C87892AADE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615" y="819394"/>
            <a:ext cx="6188794" cy="299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C3CD35-598A-9EF1-D2B0-E6E33333A974}"/>
              </a:ext>
            </a:extLst>
          </p:cNvPr>
          <p:cNvSpPr txBox="1"/>
          <p:nvPr/>
        </p:nvSpPr>
        <p:spPr>
          <a:xfrm>
            <a:off x="2891332" y="-26039"/>
            <a:ext cx="66821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Mosaic AI Agent Framework</a:t>
            </a:r>
            <a:endParaRPr lang="en-IN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66F3E22-B961-9C92-A98D-8066DD7F0817}"/>
              </a:ext>
            </a:extLst>
          </p:cNvPr>
          <p:cNvSpPr txBox="1"/>
          <p:nvPr/>
        </p:nvSpPr>
        <p:spPr>
          <a:xfrm>
            <a:off x="6651523" y="1124399"/>
            <a:ext cx="5263535" cy="107721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The </a:t>
            </a:r>
            <a:r>
              <a:rPr lang="en-US" sz="1600" b="1" dirty="0"/>
              <a:t>Mosaic AI Agent Framework</a:t>
            </a:r>
            <a:r>
              <a:rPr lang="en-US" sz="1600" dirty="0"/>
              <a:t> on </a:t>
            </a:r>
            <a:r>
              <a:rPr lang="en-US" sz="1600" b="1" dirty="0"/>
              <a:t>Azure Databricks</a:t>
            </a:r>
            <a:r>
              <a:rPr lang="en-US" sz="1600" dirty="0"/>
              <a:t> is a feature designed to enhance AI-driven workflows by integrating advanced language models (LLMs) with Databricks' powerful data and analytics platform.</a:t>
            </a:r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173E034-D510-B57F-65F9-5AC7B15011DF}"/>
              </a:ext>
            </a:extLst>
          </p:cNvPr>
          <p:cNvSpPr txBox="1"/>
          <p:nvPr/>
        </p:nvSpPr>
        <p:spPr>
          <a:xfrm>
            <a:off x="5996435" y="2644170"/>
            <a:ext cx="6100916" cy="15696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b="1" dirty="0"/>
              <a:t>LLM Integration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Seamlessly integrates with popular LLMs, including </a:t>
            </a:r>
            <a:r>
              <a:rPr lang="en-IN" sz="1600" b="1" dirty="0"/>
              <a:t>Azure OpenAI</a:t>
            </a:r>
            <a:r>
              <a:rPr lang="en-IN" sz="1600" dirty="0"/>
              <a:t>, </a:t>
            </a:r>
            <a:r>
              <a:rPr lang="en-IN" sz="1600" b="1" dirty="0"/>
              <a:t>OpenAI's GPT models</a:t>
            </a:r>
            <a:r>
              <a:rPr lang="en-IN" sz="1600" dirty="0"/>
              <a:t>, and custom fine-tuned models.</a:t>
            </a:r>
          </a:p>
          <a:p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Supports RAG (Retrieval-Augmented Generation) for enhanced information retrieval and accurate responses.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4BD110A-4C89-1F54-1131-82B79732B246}"/>
              </a:ext>
            </a:extLst>
          </p:cNvPr>
          <p:cNvSpPr txBox="1"/>
          <p:nvPr/>
        </p:nvSpPr>
        <p:spPr>
          <a:xfrm>
            <a:off x="6651523" y="4593201"/>
            <a:ext cx="5349991" cy="15696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Data Access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Direct access to </a:t>
            </a:r>
            <a:r>
              <a:rPr lang="en-US" sz="1600" b="1" dirty="0"/>
              <a:t>Delta Lake</a:t>
            </a:r>
            <a:r>
              <a:rPr lang="en-US" sz="1600" dirty="0"/>
              <a:t> and other Azure Databricks data sources for real-time querying and analytics.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Enables LLMs to interact with structured, semi-structured, and unstructured data stored within Databricks.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51FC11A-5A04-4719-EEA0-7B792827B513}"/>
              </a:ext>
            </a:extLst>
          </p:cNvPr>
          <p:cNvSpPr txBox="1"/>
          <p:nvPr/>
        </p:nvSpPr>
        <p:spPr>
          <a:xfrm>
            <a:off x="190486" y="5936095"/>
            <a:ext cx="6120580" cy="8309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Unified Ecosystem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Runs on </a:t>
            </a:r>
            <a:r>
              <a:rPr lang="en-US" sz="1600" b="1" dirty="0"/>
              <a:t>Databricks Runtime</a:t>
            </a:r>
            <a:r>
              <a:rPr lang="en-US" sz="1600" dirty="0"/>
              <a:t>, leveraging built-in scalability and optimization for AI and machine learning workloads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73DB6A28-9647-9331-B5F1-E58BBED6561F}"/>
              </a:ext>
            </a:extLst>
          </p:cNvPr>
          <p:cNvSpPr txBox="1"/>
          <p:nvPr/>
        </p:nvSpPr>
        <p:spPr>
          <a:xfrm>
            <a:off x="111829" y="4351377"/>
            <a:ext cx="6120580" cy="8309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Ease of Use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User-friendly APIs for building, deploying, and monitoring AI agents.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Intuitive dashboards and tools for tracking agent performance.</a:t>
            </a:r>
          </a:p>
        </p:txBody>
      </p:sp>
    </p:spTree>
    <p:extLst>
      <p:ext uri="{BB962C8B-B14F-4D97-AF65-F5344CB8AC3E}">
        <p14:creationId xmlns:p14="http://schemas.microsoft.com/office/powerpoint/2010/main" xmlns="" val="1992218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56E9B3E6-E277-4D68-BA48-9CB43FFBD6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AE1C45F0-260A-458C-96ED-C1F6D21512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A6604B49-AD5C-4590-B051-06C8222ECD9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743ECCAF-29C5-4537-947C-7EA1292463D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D49787B-8DE6-4467-AD0A-8DECC6E0C2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D5B0017B-2ECA-49AF-B397-DC140825DF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AB1E14-69DF-DAF4-A661-D40CF8B4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Tools </a:t>
            </a:r>
            <a:r>
              <a:rPr lang="en-US" sz="4800"/>
              <a:t>for Agents</a:t>
            </a:r>
            <a:endParaRPr lang="en-IN" sz="48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6CF1BAF6-AD41-4082-B212-8A1F9A2E87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90B99680-DD77-3C90-7B6C-3D4A8D89E9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23438690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359562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56E9B3E6-E277-4D68-BA48-9CB43FFBD6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xmlns="" id="{AE1C45F0-260A-458C-96ED-C1F6D21512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A6604B49-AD5C-4590-B051-06C8222ECD9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743ECCAF-29C5-4537-947C-7EA1292463D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D49787B-8DE6-4467-AD0A-8DECC6E0C2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D5B0017B-2ECA-49AF-B397-DC140825DF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AB1E14-69DF-DAF4-A661-D40CF8B4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endParaRPr lang="en-IN" sz="48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6CF1BAF6-AD41-4082-B212-8A1F9A2E87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90B99680-DD77-3C90-7B6C-3D4A8D89E9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23438690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359562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261</Words>
  <Application>Microsoft Office PowerPoint</Application>
  <PresentationFormat>Custom</PresentationFormat>
  <Paragraphs>19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Agents  with  Azure Databricks</vt:lpstr>
      <vt:lpstr>Slide 2</vt:lpstr>
      <vt:lpstr>Tools for Agents</vt:lpstr>
      <vt:lpstr>Slide 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  with  Azure Databricks</dc:title>
  <dc:creator>Prabhjot Singh Bakshi</dc:creator>
  <cp:lastModifiedBy>hp</cp:lastModifiedBy>
  <cp:revision>2</cp:revision>
  <dcterms:created xsi:type="dcterms:W3CDTF">2025-01-23T04:40:24Z</dcterms:created>
  <dcterms:modified xsi:type="dcterms:W3CDTF">2025-08-11T16:10:36Z</dcterms:modified>
</cp:coreProperties>
</file>