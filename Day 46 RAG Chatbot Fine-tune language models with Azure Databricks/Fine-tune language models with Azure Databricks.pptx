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147479730" r:id="rId3"/>
    <p:sldId id="2147479726" r:id="rId4"/>
    <p:sldId id="2147479733" r:id="rId5"/>
    <p:sldId id="2147479734" r:id="rId6"/>
    <p:sldId id="2147479737"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4995" autoAdjust="0"/>
    <p:restoredTop sz="94660"/>
  </p:normalViewPr>
  <p:slideViewPr>
    <p:cSldViewPr snapToGrid="0">
      <p:cViewPr>
        <p:scale>
          <a:sx n="50" d="100"/>
          <a:sy n="50" d="100"/>
        </p:scale>
        <p:origin x="-1502" y="-634"/>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56F4073-EFA3-1DA2-6F01-632491554D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60D20E78-6553-AB81-2D5E-C13840A790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E242FD32-8D82-9888-9828-56E8E8D31533}"/>
              </a:ext>
            </a:extLst>
          </p:cNvPr>
          <p:cNvSpPr>
            <a:spLocks noGrp="1"/>
          </p:cNvSpPr>
          <p:nvPr>
            <p:ph type="dt" sz="half" idx="10"/>
          </p:nvPr>
        </p:nvSpPr>
        <p:spPr/>
        <p:txBody>
          <a:bodyPr/>
          <a:lstStyle/>
          <a:p>
            <a:fld id="{803A7D11-C413-47FD-9F36-646559726A69}" type="datetimeFigureOut">
              <a:rPr lang="en-IN" smtClean="0"/>
              <a:pPr/>
              <a:t>19-08-2025</a:t>
            </a:fld>
            <a:endParaRPr lang="en-IN"/>
          </a:p>
        </p:txBody>
      </p:sp>
      <p:sp>
        <p:nvSpPr>
          <p:cNvPr id="5" name="Footer Placeholder 4">
            <a:extLst>
              <a:ext uri="{FF2B5EF4-FFF2-40B4-BE49-F238E27FC236}">
                <a16:creationId xmlns="" xmlns:a16="http://schemas.microsoft.com/office/drawing/2014/main" id="{2228B4D6-B45F-C95D-FB85-A1F56B8E72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5DA4666A-3AF6-188A-41B0-74133575F93C}"/>
              </a:ext>
            </a:extLst>
          </p:cNvPr>
          <p:cNvSpPr>
            <a:spLocks noGrp="1"/>
          </p:cNvSpPr>
          <p:nvPr>
            <p:ph type="sldNum" sz="quarter" idx="12"/>
          </p:nvPr>
        </p:nvSpPr>
        <p:spPr/>
        <p:txBody>
          <a:bodyPr/>
          <a:lstStyle/>
          <a:p>
            <a:fld id="{E5C0B353-FB04-487B-810A-CBE4DE585B00}" type="slidenum">
              <a:rPr lang="en-IN" smtClean="0"/>
              <a:pPr/>
              <a:t>‹#›</a:t>
            </a:fld>
            <a:endParaRPr lang="en-IN"/>
          </a:p>
        </p:txBody>
      </p:sp>
    </p:spTree>
    <p:extLst>
      <p:ext uri="{BB962C8B-B14F-4D97-AF65-F5344CB8AC3E}">
        <p14:creationId xmlns="" xmlns:p14="http://schemas.microsoft.com/office/powerpoint/2010/main" val="3152939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8B16DB7-38C3-461C-BB3D-76E099E3747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705D6280-4232-949D-F772-A0D4C0CA4A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0546FC28-0565-95DA-C5E8-CE369D011586}"/>
              </a:ext>
            </a:extLst>
          </p:cNvPr>
          <p:cNvSpPr>
            <a:spLocks noGrp="1"/>
          </p:cNvSpPr>
          <p:nvPr>
            <p:ph type="dt" sz="half" idx="10"/>
          </p:nvPr>
        </p:nvSpPr>
        <p:spPr/>
        <p:txBody>
          <a:bodyPr/>
          <a:lstStyle/>
          <a:p>
            <a:fld id="{803A7D11-C413-47FD-9F36-646559726A69}" type="datetimeFigureOut">
              <a:rPr lang="en-IN" smtClean="0"/>
              <a:pPr/>
              <a:t>19-08-2025</a:t>
            </a:fld>
            <a:endParaRPr lang="en-IN"/>
          </a:p>
        </p:txBody>
      </p:sp>
      <p:sp>
        <p:nvSpPr>
          <p:cNvPr id="5" name="Footer Placeholder 4">
            <a:extLst>
              <a:ext uri="{FF2B5EF4-FFF2-40B4-BE49-F238E27FC236}">
                <a16:creationId xmlns="" xmlns:a16="http://schemas.microsoft.com/office/drawing/2014/main" id="{28183493-C494-59B0-D547-0F867C6DAF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F500B526-3805-A8F3-4064-1C248E19897B}"/>
              </a:ext>
            </a:extLst>
          </p:cNvPr>
          <p:cNvSpPr>
            <a:spLocks noGrp="1"/>
          </p:cNvSpPr>
          <p:nvPr>
            <p:ph type="sldNum" sz="quarter" idx="12"/>
          </p:nvPr>
        </p:nvSpPr>
        <p:spPr/>
        <p:txBody>
          <a:bodyPr/>
          <a:lstStyle/>
          <a:p>
            <a:fld id="{E5C0B353-FB04-487B-810A-CBE4DE585B00}" type="slidenum">
              <a:rPr lang="en-IN" smtClean="0"/>
              <a:pPr/>
              <a:t>‹#›</a:t>
            </a:fld>
            <a:endParaRPr lang="en-IN"/>
          </a:p>
        </p:txBody>
      </p:sp>
    </p:spTree>
    <p:extLst>
      <p:ext uri="{BB962C8B-B14F-4D97-AF65-F5344CB8AC3E}">
        <p14:creationId xmlns="" xmlns:p14="http://schemas.microsoft.com/office/powerpoint/2010/main" val="4174155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13E5B49-4D9C-746C-CB2C-FE44206912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5419C899-1638-4250-2416-4D6137AE590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0EF99AAC-88ED-E785-0875-2164A1DDCFF8}"/>
              </a:ext>
            </a:extLst>
          </p:cNvPr>
          <p:cNvSpPr>
            <a:spLocks noGrp="1"/>
          </p:cNvSpPr>
          <p:nvPr>
            <p:ph type="dt" sz="half" idx="10"/>
          </p:nvPr>
        </p:nvSpPr>
        <p:spPr/>
        <p:txBody>
          <a:bodyPr/>
          <a:lstStyle/>
          <a:p>
            <a:fld id="{803A7D11-C413-47FD-9F36-646559726A69}" type="datetimeFigureOut">
              <a:rPr lang="en-IN" smtClean="0"/>
              <a:pPr/>
              <a:t>19-08-2025</a:t>
            </a:fld>
            <a:endParaRPr lang="en-IN"/>
          </a:p>
        </p:txBody>
      </p:sp>
      <p:sp>
        <p:nvSpPr>
          <p:cNvPr id="5" name="Footer Placeholder 4">
            <a:extLst>
              <a:ext uri="{FF2B5EF4-FFF2-40B4-BE49-F238E27FC236}">
                <a16:creationId xmlns="" xmlns:a16="http://schemas.microsoft.com/office/drawing/2014/main" id="{05E6B2C3-41F1-CC7B-25D4-FEAD673DC9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DCFB8A1A-800B-5EB6-B208-82BE8BAD523C}"/>
              </a:ext>
            </a:extLst>
          </p:cNvPr>
          <p:cNvSpPr>
            <a:spLocks noGrp="1"/>
          </p:cNvSpPr>
          <p:nvPr>
            <p:ph type="sldNum" sz="quarter" idx="12"/>
          </p:nvPr>
        </p:nvSpPr>
        <p:spPr/>
        <p:txBody>
          <a:bodyPr/>
          <a:lstStyle/>
          <a:p>
            <a:fld id="{E5C0B353-FB04-487B-810A-CBE4DE585B00}" type="slidenum">
              <a:rPr lang="en-IN" smtClean="0"/>
              <a:pPr/>
              <a:t>‹#›</a:t>
            </a:fld>
            <a:endParaRPr lang="en-IN"/>
          </a:p>
        </p:txBody>
      </p:sp>
    </p:spTree>
    <p:extLst>
      <p:ext uri="{BB962C8B-B14F-4D97-AF65-F5344CB8AC3E}">
        <p14:creationId xmlns="" xmlns:p14="http://schemas.microsoft.com/office/powerpoint/2010/main" val="2316773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2580982-E1A3-6D50-2AFE-34AC3AD2D35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DD83ACBF-BEB7-D85A-1E67-261F9343E51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FA5D0E44-561A-5FAB-DD62-1A0E5D290B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C649984A-C95D-3A82-44AC-02E6B0197621}"/>
              </a:ext>
            </a:extLst>
          </p:cNvPr>
          <p:cNvSpPr>
            <a:spLocks noGrp="1"/>
          </p:cNvSpPr>
          <p:nvPr>
            <p:ph type="dt" sz="half" idx="10"/>
          </p:nvPr>
        </p:nvSpPr>
        <p:spPr/>
        <p:txBody>
          <a:bodyPr/>
          <a:lstStyle/>
          <a:p>
            <a:fld id="{803A7D11-C413-47FD-9F36-646559726A69}" type="datetimeFigureOut">
              <a:rPr lang="en-IN" smtClean="0"/>
              <a:pPr/>
              <a:t>19-08-2025</a:t>
            </a:fld>
            <a:endParaRPr lang="en-IN"/>
          </a:p>
        </p:txBody>
      </p:sp>
      <p:sp>
        <p:nvSpPr>
          <p:cNvPr id="6" name="Footer Placeholder 5">
            <a:extLst>
              <a:ext uri="{FF2B5EF4-FFF2-40B4-BE49-F238E27FC236}">
                <a16:creationId xmlns="" xmlns:a16="http://schemas.microsoft.com/office/drawing/2014/main" id="{FB03E873-D1CB-A0FF-E90D-794B3FCAB1A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5D9EAE6D-505C-4360-E5E5-D64818A8AE24}"/>
              </a:ext>
            </a:extLst>
          </p:cNvPr>
          <p:cNvSpPr>
            <a:spLocks noGrp="1"/>
          </p:cNvSpPr>
          <p:nvPr>
            <p:ph type="sldNum" sz="quarter" idx="12"/>
          </p:nvPr>
        </p:nvSpPr>
        <p:spPr/>
        <p:txBody>
          <a:bodyPr/>
          <a:lstStyle/>
          <a:p>
            <a:fld id="{E5C0B353-FB04-487B-810A-CBE4DE585B00}" type="slidenum">
              <a:rPr lang="en-IN" smtClean="0"/>
              <a:pPr/>
              <a:t>‹#›</a:t>
            </a:fld>
            <a:endParaRPr lang="en-IN"/>
          </a:p>
        </p:txBody>
      </p:sp>
    </p:spTree>
    <p:extLst>
      <p:ext uri="{BB962C8B-B14F-4D97-AF65-F5344CB8AC3E}">
        <p14:creationId xmlns="" xmlns:p14="http://schemas.microsoft.com/office/powerpoint/2010/main" val="2619952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0E46DDB-7F9D-3444-1B89-3ACB316EE39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F93566B9-C8A1-7EBA-EF62-26AA3C3939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206A0AFE-965E-C4A5-3A32-8CE33BCD5B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181BAE35-4C5A-4473-8E9E-D2A314EC2C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8F0AC327-FFB1-DAFB-59CA-68F3269817D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00CF4379-60BA-D479-7508-21CDA4BE99E3}"/>
              </a:ext>
            </a:extLst>
          </p:cNvPr>
          <p:cNvSpPr>
            <a:spLocks noGrp="1"/>
          </p:cNvSpPr>
          <p:nvPr>
            <p:ph type="dt" sz="half" idx="10"/>
          </p:nvPr>
        </p:nvSpPr>
        <p:spPr/>
        <p:txBody>
          <a:bodyPr/>
          <a:lstStyle/>
          <a:p>
            <a:fld id="{803A7D11-C413-47FD-9F36-646559726A69}" type="datetimeFigureOut">
              <a:rPr lang="en-IN" smtClean="0"/>
              <a:pPr/>
              <a:t>19-08-2025</a:t>
            </a:fld>
            <a:endParaRPr lang="en-IN"/>
          </a:p>
        </p:txBody>
      </p:sp>
      <p:sp>
        <p:nvSpPr>
          <p:cNvPr id="8" name="Footer Placeholder 7">
            <a:extLst>
              <a:ext uri="{FF2B5EF4-FFF2-40B4-BE49-F238E27FC236}">
                <a16:creationId xmlns="" xmlns:a16="http://schemas.microsoft.com/office/drawing/2014/main" id="{267502D4-893B-5842-E475-A630C57B663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3C6D4663-A50D-7E13-487E-24452FC9E696}"/>
              </a:ext>
            </a:extLst>
          </p:cNvPr>
          <p:cNvSpPr>
            <a:spLocks noGrp="1"/>
          </p:cNvSpPr>
          <p:nvPr>
            <p:ph type="sldNum" sz="quarter" idx="12"/>
          </p:nvPr>
        </p:nvSpPr>
        <p:spPr/>
        <p:txBody>
          <a:bodyPr/>
          <a:lstStyle/>
          <a:p>
            <a:fld id="{E5C0B353-FB04-487B-810A-CBE4DE585B00}" type="slidenum">
              <a:rPr lang="en-IN" smtClean="0"/>
              <a:pPr/>
              <a:t>‹#›</a:t>
            </a:fld>
            <a:endParaRPr lang="en-IN"/>
          </a:p>
        </p:txBody>
      </p:sp>
    </p:spTree>
    <p:extLst>
      <p:ext uri="{BB962C8B-B14F-4D97-AF65-F5344CB8AC3E}">
        <p14:creationId xmlns="" xmlns:p14="http://schemas.microsoft.com/office/powerpoint/2010/main" val="4167634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CE64C68-9B88-FBAC-2C5F-13A9E89CBD1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501931E6-2E3A-0F50-C910-A938D2026954}"/>
              </a:ext>
            </a:extLst>
          </p:cNvPr>
          <p:cNvSpPr>
            <a:spLocks noGrp="1"/>
          </p:cNvSpPr>
          <p:nvPr>
            <p:ph type="dt" sz="half" idx="10"/>
          </p:nvPr>
        </p:nvSpPr>
        <p:spPr/>
        <p:txBody>
          <a:bodyPr/>
          <a:lstStyle/>
          <a:p>
            <a:fld id="{803A7D11-C413-47FD-9F36-646559726A69}" type="datetimeFigureOut">
              <a:rPr lang="en-IN" smtClean="0"/>
              <a:pPr/>
              <a:t>19-08-2025</a:t>
            </a:fld>
            <a:endParaRPr lang="en-IN"/>
          </a:p>
        </p:txBody>
      </p:sp>
      <p:sp>
        <p:nvSpPr>
          <p:cNvPr id="4" name="Footer Placeholder 3">
            <a:extLst>
              <a:ext uri="{FF2B5EF4-FFF2-40B4-BE49-F238E27FC236}">
                <a16:creationId xmlns="" xmlns:a16="http://schemas.microsoft.com/office/drawing/2014/main" id="{89DA8BA2-4374-8B19-B78D-3C941B5953B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87B4527A-E1C8-2B31-4FC4-588F2E8D3C5B}"/>
              </a:ext>
            </a:extLst>
          </p:cNvPr>
          <p:cNvSpPr>
            <a:spLocks noGrp="1"/>
          </p:cNvSpPr>
          <p:nvPr>
            <p:ph type="sldNum" sz="quarter" idx="12"/>
          </p:nvPr>
        </p:nvSpPr>
        <p:spPr/>
        <p:txBody>
          <a:bodyPr/>
          <a:lstStyle/>
          <a:p>
            <a:fld id="{E5C0B353-FB04-487B-810A-CBE4DE585B00}" type="slidenum">
              <a:rPr lang="en-IN" smtClean="0"/>
              <a:pPr/>
              <a:t>‹#›</a:t>
            </a:fld>
            <a:endParaRPr lang="en-IN"/>
          </a:p>
        </p:txBody>
      </p:sp>
    </p:spTree>
    <p:extLst>
      <p:ext uri="{BB962C8B-B14F-4D97-AF65-F5344CB8AC3E}">
        <p14:creationId xmlns="" xmlns:p14="http://schemas.microsoft.com/office/powerpoint/2010/main" val="4037534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A9E5A7A8-CEA9-7B07-C67F-FB354694A3E4}"/>
              </a:ext>
            </a:extLst>
          </p:cNvPr>
          <p:cNvSpPr>
            <a:spLocks noGrp="1"/>
          </p:cNvSpPr>
          <p:nvPr>
            <p:ph type="dt" sz="half" idx="10"/>
          </p:nvPr>
        </p:nvSpPr>
        <p:spPr/>
        <p:txBody>
          <a:bodyPr/>
          <a:lstStyle/>
          <a:p>
            <a:fld id="{803A7D11-C413-47FD-9F36-646559726A69}" type="datetimeFigureOut">
              <a:rPr lang="en-IN" smtClean="0"/>
              <a:pPr/>
              <a:t>19-08-2025</a:t>
            </a:fld>
            <a:endParaRPr lang="en-IN"/>
          </a:p>
        </p:txBody>
      </p:sp>
      <p:sp>
        <p:nvSpPr>
          <p:cNvPr id="3" name="Footer Placeholder 2">
            <a:extLst>
              <a:ext uri="{FF2B5EF4-FFF2-40B4-BE49-F238E27FC236}">
                <a16:creationId xmlns="" xmlns:a16="http://schemas.microsoft.com/office/drawing/2014/main" id="{68DE7485-0D97-DDCF-322E-4E00AEDBAF1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9B786129-CDEA-B6AF-66C3-D4BBBE02D5D6}"/>
              </a:ext>
            </a:extLst>
          </p:cNvPr>
          <p:cNvSpPr>
            <a:spLocks noGrp="1"/>
          </p:cNvSpPr>
          <p:nvPr>
            <p:ph type="sldNum" sz="quarter" idx="12"/>
          </p:nvPr>
        </p:nvSpPr>
        <p:spPr/>
        <p:txBody>
          <a:bodyPr/>
          <a:lstStyle/>
          <a:p>
            <a:fld id="{E5C0B353-FB04-487B-810A-CBE4DE585B00}" type="slidenum">
              <a:rPr lang="en-IN" smtClean="0"/>
              <a:pPr/>
              <a:t>‹#›</a:t>
            </a:fld>
            <a:endParaRPr lang="en-IN"/>
          </a:p>
        </p:txBody>
      </p:sp>
    </p:spTree>
    <p:extLst>
      <p:ext uri="{BB962C8B-B14F-4D97-AF65-F5344CB8AC3E}">
        <p14:creationId xmlns="" xmlns:p14="http://schemas.microsoft.com/office/powerpoint/2010/main" val="16691751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53252A0-C28D-1EDE-963A-BDE068E439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8CC4A3A3-012F-715F-A551-9F1893D4F3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F1AC0DA1-FAD3-9D41-3FE5-3197102A22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BBB7E7AB-5F83-AA6D-DE3F-E3255DD54E30}"/>
              </a:ext>
            </a:extLst>
          </p:cNvPr>
          <p:cNvSpPr>
            <a:spLocks noGrp="1"/>
          </p:cNvSpPr>
          <p:nvPr>
            <p:ph type="dt" sz="half" idx="10"/>
          </p:nvPr>
        </p:nvSpPr>
        <p:spPr/>
        <p:txBody>
          <a:bodyPr/>
          <a:lstStyle/>
          <a:p>
            <a:fld id="{803A7D11-C413-47FD-9F36-646559726A69}" type="datetimeFigureOut">
              <a:rPr lang="en-IN" smtClean="0"/>
              <a:pPr/>
              <a:t>19-08-2025</a:t>
            </a:fld>
            <a:endParaRPr lang="en-IN"/>
          </a:p>
        </p:txBody>
      </p:sp>
      <p:sp>
        <p:nvSpPr>
          <p:cNvPr id="6" name="Footer Placeholder 5">
            <a:extLst>
              <a:ext uri="{FF2B5EF4-FFF2-40B4-BE49-F238E27FC236}">
                <a16:creationId xmlns="" xmlns:a16="http://schemas.microsoft.com/office/drawing/2014/main" id="{F8F3A10E-08FA-D5E6-BDB2-324F986C8C4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21A200E4-4896-B652-0371-537090359CF1}"/>
              </a:ext>
            </a:extLst>
          </p:cNvPr>
          <p:cNvSpPr>
            <a:spLocks noGrp="1"/>
          </p:cNvSpPr>
          <p:nvPr>
            <p:ph type="sldNum" sz="quarter" idx="12"/>
          </p:nvPr>
        </p:nvSpPr>
        <p:spPr/>
        <p:txBody>
          <a:bodyPr/>
          <a:lstStyle/>
          <a:p>
            <a:fld id="{E5C0B353-FB04-487B-810A-CBE4DE585B00}" type="slidenum">
              <a:rPr lang="en-IN" smtClean="0"/>
              <a:pPr/>
              <a:t>‹#›</a:t>
            </a:fld>
            <a:endParaRPr lang="en-IN"/>
          </a:p>
        </p:txBody>
      </p:sp>
    </p:spTree>
    <p:extLst>
      <p:ext uri="{BB962C8B-B14F-4D97-AF65-F5344CB8AC3E}">
        <p14:creationId xmlns="" xmlns:p14="http://schemas.microsoft.com/office/powerpoint/2010/main" val="24135628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67E90C7-62F7-10FD-3657-CD507DC786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5CC0853E-7B54-4549-3F19-87CA8DA0EC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1CF950F1-19DF-F714-B495-2E369CD4A7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9178F8D5-3D48-7ABB-AC5B-8B699077038A}"/>
              </a:ext>
            </a:extLst>
          </p:cNvPr>
          <p:cNvSpPr>
            <a:spLocks noGrp="1"/>
          </p:cNvSpPr>
          <p:nvPr>
            <p:ph type="dt" sz="half" idx="10"/>
          </p:nvPr>
        </p:nvSpPr>
        <p:spPr/>
        <p:txBody>
          <a:bodyPr/>
          <a:lstStyle/>
          <a:p>
            <a:fld id="{803A7D11-C413-47FD-9F36-646559726A69}" type="datetimeFigureOut">
              <a:rPr lang="en-IN" smtClean="0"/>
              <a:pPr/>
              <a:t>19-08-2025</a:t>
            </a:fld>
            <a:endParaRPr lang="en-IN"/>
          </a:p>
        </p:txBody>
      </p:sp>
      <p:sp>
        <p:nvSpPr>
          <p:cNvPr id="6" name="Footer Placeholder 5">
            <a:extLst>
              <a:ext uri="{FF2B5EF4-FFF2-40B4-BE49-F238E27FC236}">
                <a16:creationId xmlns="" xmlns:a16="http://schemas.microsoft.com/office/drawing/2014/main" id="{D33D2326-6122-363B-BEB1-43B8055CC84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8A8C82E3-3EDC-DED2-F219-427F3EF8714A}"/>
              </a:ext>
            </a:extLst>
          </p:cNvPr>
          <p:cNvSpPr>
            <a:spLocks noGrp="1"/>
          </p:cNvSpPr>
          <p:nvPr>
            <p:ph type="sldNum" sz="quarter" idx="12"/>
          </p:nvPr>
        </p:nvSpPr>
        <p:spPr/>
        <p:txBody>
          <a:bodyPr/>
          <a:lstStyle/>
          <a:p>
            <a:fld id="{E5C0B353-FB04-487B-810A-CBE4DE585B00}" type="slidenum">
              <a:rPr lang="en-IN" smtClean="0"/>
              <a:pPr/>
              <a:t>‹#›</a:t>
            </a:fld>
            <a:endParaRPr lang="en-IN"/>
          </a:p>
        </p:txBody>
      </p:sp>
    </p:spTree>
    <p:extLst>
      <p:ext uri="{BB962C8B-B14F-4D97-AF65-F5344CB8AC3E}">
        <p14:creationId xmlns="" xmlns:p14="http://schemas.microsoft.com/office/powerpoint/2010/main" val="2123202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2F6A867-7E8E-2D2D-8EFB-0666B3F1D13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4D31F2D0-7408-161F-C345-9043C1AFB4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CC3BDCC6-A799-65D6-66C3-CC2FEC50CBAE}"/>
              </a:ext>
            </a:extLst>
          </p:cNvPr>
          <p:cNvSpPr>
            <a:spLocks noGrp="1"/>
          </p:cNvSpPr>
          <p:nvPr>
            <p:ph type="dt" sz="half" idx="10"/>
          </p:nvPr>
        </p:nvSpPr>
        <p:spPr/>
        <p:txBody>
          <a:bodyPr/>
          <a:lstStyle/>
          <a:p>
            <a:fld id="{803A7D11-C413-47FD-9F36-646559726A69}" type="datetimeFigureOut">
              <a:rPr lang="en-IN" smtClean="0"/>
              <a:pPr/>
              <a:t>19-08-2025</a:t>
            </a:fld>
            <a:endParaRPr lang="en-IN"/>
          </a:p>
        </p:txBody>
      </p:sp>
      <p:sp>
        <p:nvSpPr>
          <p:cNvPr id="5" name="Footer Placeholder 4">
            <a:extLst>
              <a:ext uri="{FF2B5EF4-FFF2-40B4-BE49-F238E27FC236}">
                <a16:creationId xmlns="" xmlns:a16="http://schemas.microsoft.com/office/drawing/2014/main" id="{62ED5AA2-06AA-2783-17CF-ABB274F60D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2A58A950-6234-8C7F-C03E-EA9F106B4283}"/>
              </a:ext>
            </a:extLst>
          </p:cNvPr>
          <p:cNvSpPr>
            <a:spLocks noGrp="1"/>
          </p:cNvSpPr>
          <p:nvPr>
            <p:ph type="sldNum" sz="quarter" idx="12"/>
          </p:nvPr>
        </p:nvSpPr>
        <p:spPr/>
        <p:txBody>
          <a:bodyPr/>
          <a:lstStyle/>
          <a:p>
            <a:fld id="{E5C0B353-FB04-487B-810A-CBE4DE585B00}" type="slidenum">
              <a:rPr lang="en-IN" smtClean="0"/>
              <a:pPr/>
              <a:t>‹#›</a:t>
            </a:fld>
            <a:endParaRPr lang="en-IN"/>
          </a:p>
        </p:txBody>
      </p:sp>
    </p:spTree>
    <p:extLst>
      <p:ext uri="{BB962C8B-B14F-4D97-AF65-F5344CB8AC3E}">
        <p14:creationId xmlns="" xmlns:p14="http://schemas.microsoft.com/office/powerpoint/2010/main" val="3079584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500325B9-B465-07A1-B455-0D780418E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10A57DFA-5C06-4503-76A1-16C0D1C3576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C056BD8C-07CA-12C8-CC20-D1B7462B6C59}"/>
              </a:ext>
            </a:extLst>
          </p:cNvPr>
          <p:cNvSpPr>
            <a:spLocks noGrp="1"/>
          </p:cNvSpPr>
          <p:nvPr>
            <p:ph type="dt" sz="half" idx="10"/>
          </p:nvPr>
        </p:nvSpPr>
        <p:spPr/>
        <p:txBody>
          <a:bodyPr/>
          <a:lstStyle/>
          <a:p>
            <a:fld id="{803A7D11-C413-47FD-9F36-646559726A69}" type="datetimeFigureOut">
              <a:rPr lang="en-IN" smtClean="0"/>
              <a:pPr/>
              <a:t>19-08-2025</a:t>
            </a:fld>
            <a:endParaRPr lang="en-IN"/>
          </a:p>
        </p:txBody>
      </p:sp>
      <p:sp>
        <p:nvSpPr>
          <p:cNvPr id="5" name="Footer Placeholder 4">
            <a:extLst>
              <a:ext uri="{FF2B5EF4-FFF2-40B4-BE49-F238E27FC236}">
                <a16:creationId xmlns="" xmlns:a16="http://schemas.microsoft.com/office/drawing/2014/main" id="{41399584-C640-8860-DFAA-03F0966B92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D3D0A0F7-38C7-227B-E513-F8CEA53950E5}"/>
              </a:ext>
            </a:extLst>
          </p:cNvPr>
          <p:cNvSpPr>
            <a:spLocks noGrp="1"/>
          </p:cNvSpPr>
          <p:nvPr>
            <p:ph type="sldNum" sz="quarter" idx="12"/>
          </p:nvPr>
        </p:nvSpPr>
        <p:spPr/>
        <p:txBody>
          <a:bodyPr/>
          <a:lstStyle/>
          <a:p>
            <a:fld id="{E5C0B353-FB04-487B-810A-CBE4DE585B00}" type="slidenum">
              <a:rPr lang="en-IN" smtClean="0"/>
              <a:pPr/>
              <a:t>‹#›</a:t>
            </a:fld>
            <a:endParaRPr lang="en-IN"/>
          </a:p>
        </p:txBody>
      </p:sp>
    </p:spTree>
    <p:extLst>
      <p:ext uri="{BB962C8B-B14F-4D97-AF65-F5344CB8AC3E}">
        <p14:creationId xmlns="" xmlns:p14="http://schemas.microsoft.com/office/powerpoint/2010/main" val="1415618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C1CB99C9-0AC6-958F-50FF-D341E68538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333E3895-9318-1A60-25F6-C90623F3EE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EFF6B957-D073-E087-8A22-D655A11690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03A7D11-C413-47FD-9F36-646559726A69}" type="datetimeFigureOut">
              <a:rPr lang="en-IN" smtClean="0"/>
              <a:pPr/>
              <a:t>19-08-2025</a:t>
            </a:fld>
            <a:endParaRPr lang="en-IN"/>
          </a:p>
        </p:txBody>
      </p:sp>
      <p:sp>
        <p:nvSpPr>
          <p:cNvPr id="5" name="Footer Placeholder 4">
            <a:extLst>
              <a:ext uri="{FF2B5EF4-FFF2-40B4-BE49-F238E27FC236}">
                <a16:creationId xmlns="" xmlns:a16="http://schemas.microsoft.com/office/drawing/2014/main" id="{7D8D74F1-E314-AF15-D4DF-A692A40E3B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 xmlns:a16="http://schemas.microsoft.com/office/drawing/2014/main" id="{330EF75B-1EB9-3D78-D446-E5B849D6A6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5C0B353-FB04-487B-810A-CBE4DE585B00}" type="slidenum">
              <a:rPr lang="en-IN" smtClean="0"/>
              <a:pPr/>
              <a:t>‹#›</a:t>
            </a:fld>
            <a:endParaRPr lang="en-IN"/>
          </a:p>
        </p:txBody>
      </p:sp>
    </p:spTree>
    <p:extLst>
      <p:ext uri="{BB962C8B-B14F-4D97-AF65-F5344CB8AC3E}">
        <p14:creationId xmlns="" xmlns:p14="http://schemas.microsoft.com/office/powerpoint/2010/main" val="12051904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learn.microsoft.com/en-us/training/modules/fine-tune-azure-databrick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3" name="Rectangle 1032">
            <a:extLst>
              <a:ext uri="{FF2B5EF4-FFF2-40B4-BE49-F238E27FC236}">
                <a16:creationId xmlns="" xmlns:a16="http://schemas.microsoft.com/office/drawing/2014/main" id="{657F69E0-C4B0-4BEC-A689-4F8D877F05D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Azure Databricks A-Z Complete Guide | Azure Dp 203 Databricks Learning  Material | by Akansha Rana | Medium">
            <a:extLst>
              <a:ext uri="{FF2B5EF4-FFF2-40B4-BE49-F238E27FC236}">
                <a16:creationId xmlns="" xmlns:a16="http://schemas.microsoft.com/office/drawing/2014/main" id="{66988966-E20B-08AA-4929-988786726FFF}"/>
              </a:ext>
            </a:extLst>
          </p:cNvPr>
          <p:cNvPicPr>
            <a:picLocks noChangeAspect="1" noChangeArrowheads="1"/>
          </p:cNvPicPr>
          <p:nvPr/>
        </p:nvPicPr>
        <p:blipFill>
          <a:blip r:embed="rId2">
            <a:alphaModFix amt="50000"/>
            <a:extLst>
              <a:ext uri="{28A0092B-C50C-407E-A947-70E740481C1C}">
                <a14:useLocalDpi xmlns="" xmlns:a14="http://schemas.microsoft.com/office/drawing/2010/main" val="0"/>
              </a:ext>
            </a:extLst>
          </a:blip>
          <a:srcRect l="2537" r="4153"/>
          <a:stretch/>
        </p:blipFill>
        <p:spPr bwMode="auto">
          <a:xfrm>
            <a:off x="20" y="10"/>
            <a:ext cx="12188930" cy="6857990"/>
          </a:xfrm>
          <a:prstGeom prst="rect">
            <a:avLst/>
          </a:prstGeom>
          <a:noFill/>
          <a:extLst>
            <a:ext uri="{909E8E84-426E-40DD-AFC4-6F175D3DCCD1}">
              <a14:hiddenFill xmlns="" xmlns:a14="http://schemas.microsoft.com/office/drawing/2010/main">
                <a:solidFill>
                  <a:srgbClr val="FFFFFF"/>
                </a:solidFill>
              </a14:hiddenFill>
            </a:ext>
          </a:extLst>
        </p:spPr>
      </p:pic>
      <p:sp>
        <p:nvSpPr>
          <p:cNvPr id="2" name="Title 1">
            <a:extLst>
              <a:ext uri="{FF2B5EF4-FFF2-40B4-BE49-F238E27FC236}">
                <a16:creationId xmlns="" xmlns:a16="http://schemas.microsoft.com/office/drawing/2014/main" id="{E3421F42-3077-AC70-3F9F-BDF1404AA517}"/>
              </a:ext>
            </a:extLst>
          </p:cNvPr>
          <p:cNvSpPr>
            <a:spLocks noGrp="1"/>
          </p:cNvSpPr>
          <p:nvPr>
            <p:ph type="ctrTitle"/>
          </p:nvPr>
        </p:nvSpPr>
        <p:spPr>
          <a:xfrm>
            <a:off x="1524000" y="1122363"/>
            <a:ext cx="9144000" cy="3063240"/>
          </a:xfrm>
        </p:spPr>
        <p:txBody>
          <a:bodyPr>
            <a:normAutofit/>
          </a:bodyPr>
          <a:lstStyle/>
          <a:p>
            <a:r>
              <a:rPr lang="en-US" sz="6600" dirty="0" smtClean="0">
                <a:solidFill>
                  <a:schemeClr val="bg1"/>
                </a:solidFill>
              </a:rPr>
              <a:t>Fine-tune language models with Azure </a:t>
            </a:r>
            <a:r>
              <a:rPr lang="en-US" sz="6600" dirty="0" err="1" smtClean="0">
                <a:solidFill>
                  <a:schemeClr val="bg1"/>
                </a:solidFill>
              </a:rPr>
              <a:t>Databricks</a:t>
            </a:r>
            <a:r>
              <a:rPr lang="en-US" sz="6600" dirty="0" smtClean="0">
                <a:solidFill>
                  <a:schemeClr val="bg1"/>
                </a:solidFill>
              </a:rPr>
              <a:t> </a:t>
            </a:r>
          </a:p>
        </p:txBody>
      </p:sp>
      <p:sp>
        <p:nvSpPr>
          <p:cNvPr id="3" name="Subtitle 2">
            <a:extLst>
              <a:ext uri="{FF2B5EF4-FFF2-40B4-BE49-F238E27FC236}">
                <a16:creationId xmlns="" xmlns:a16="http://schemas.microsoft.com/office/drawing/2014/main" id="{90B69678-42C7-BB0A-A4D4-BF32146E0AFC}"/>
              </a:ext>
            </a:extLst>
          </p:cNvPr>
          <p:cNvSpPr>
            <a:spLocks noGrp="1"/>
          </p:cNvSpPr>
          <p:nvPr>
            <p:ph type="subTitle" idx="1"/>
          </p:nvPr>
        </p:nvSpPr>
        <p:spPr>
          <a:xfrm>
            <a:off x="1527048" y="4599432"/>
            <a:ext cx="9144000" cy="1536192"/>
          </a:xfrm>
        </p:spPr>
        <p:txBody>
          <a:bodyPr>
            <a:normAutofit/>
          </a:bodyPr>
          <a:lstStyle/>
          <a:p>
            <a:r>
              <a:rPr lang="en-US" dirty="0" smtClean="0">
                <a:solidFill>
                  <a:schemeClr val="bg1"/>
                </a:solidFill>
              </a:rPr>
              <a:t>(Dr </a:t>
            </a:r>
            <a:r>
              <a:rPr lang="en-US" dirty="0" err="1" smtClean="0">
                <a:solidFill>
                  <a:schemeClr val="bg1"/>
                </a:solidFill>
              </a:rPr>
              <a:t>Sachin</a:t>
            </a:r>
            <a:r>
              <a:rPr lang="en-US" dirty="0" smtClean="0">
                <a:solidFill>
                  <a:schemeClr val="bg1"/>
                </a:solidFill>
              </a:rPr>
              <a:t> </a:t>
            </a:r>
            <a:r>
              <a:rPr lang="en-US" dirty="0" err="1" smtClean="0">
                <a:solidFill>
                  <a:schemeClr val="bg1"/>
                </a:solidFill>
              </a:rPr>
              <a:t>Saxena</a:t>
            </a:r>
            <a:r>
              <a:rPr lang="en-US" dirty="0" smtClean="0">
                <a:solidFill>
                  <a:schemeClr val="bg1"/>
                </a:solidFill>
              </a:rPr>
              <a:t>)</a:t>
            </a:r>
            <a:endParaRPr lang="en-IN" dirty="0">
              <a:solidFill>
                <a:schemeClr val="bg1"/>
              </a:solidFill>
            </a:endParaRPr>
          </a:p>
        </p:txBody>
      </p:sp>
      <p:sp>
        <p:nvSpPr>
          <p:cNvPr id="1035" name="sketchy line">
            <a:extLst>
              <a:ext uri="{FF2B5EF4-FFF2-40B4-BE49-F238E27FC236}">
                <a16:creationId xmlns="" xmlns:a16="http://schemas.microsoft.com/office/drawing/2014/main" id="{9F6380B4-6A1C-481E-8408-B4E6C75B9B81}"/>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974206" y="4368623"/>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38709525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5EAFB76-4B16-AF9A-068A-3C49EBA88F85}"/>
              </a:ext>
            </a:extLst>
          </p:cNvPr>
          <p:cNvSpPr>
            <a:spLocks noGrp="1"/>
          </p:cNvSpPr>
          <p:nvPr>
            <p:ph type="title"/>
          </p:nvPr>
        </p:nvSpPr>
        <p:spPr>
          <a:xfrm>
            <a:off x="914400" y="-179161"/>
            <a:ext cx="10515600" cy="1325563"/>
          </a:xfrm>
        </p:spPr>
        <p:txBody>
          <a:bodyPr/>
          <a:lstStyle/>
          <a:p>
            <a:pPr algn="ctr"/>
            <a:r>
              <a:rPr lang="en-US" b="1" dirty="0" smtClean="0"/>
              <a:t>What is fine-tuning?</a:t>
            </a:r>
          </a:p>
        </p:txBody>
      </p:sp>
      <p:sp>
        <p:nvSpPr>
          <p:cNvPr id="4" name="TextBox 3">
            <a:extLst>
              <a:ext uri="{FF2B5EF4-FFF2-40B4-BE49-F238E27FC236}">
                <a16:creationId xmlns="" xmlns:a16="http://schemas.microsoft.com/office/drawing/2014/main" id="{841EEE3D-6F6B-BF5C-B4CC-A24F49B5C68A}"/>
              </a:ext>
            </a:extLst>
          </p:cNvPr>
          <p:cNvSpPr txBox="1"/>
          <p:nvPr/>
        </p:nvSpPr>
        <p:spPr>
          <a:xfrm>
            <a:off x="470262" y="4231855"/>
            <a:ext cx="10624457" cy="1477328"/>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smtClean="0"/>
              <a:t>Fine-tuning is the right choice when other approaches like </a:t>
            </a:r>
            <a:r>
              <a:rPr lang="en-US" b="1" dirty="0" smtClean="0"/>
              <a:t>prompt engineering or few-shot learning </a:t>
            </a:r>
            <a:r>
              <a:rPr lang="en-US" dirty="0" smtClean="0"/>
              <a:t>don't achieve the performance you need. Consider fine-tuning if you find yourself repeatedly struggling with the same issues: the model doesn't understand your industry's specific language, it responds inconsistently with your organization's style, or it fails to meet compliance requirements for your domain.</a:t>
            </a:r>
            <a:endParaRPr lang="en-US" dirty="0"/>
          </a:p>
        </p:txBody>
      </p:sp>
      <p:sp>
        <p:nvSpPr>
          <p:cNvPr id="8" name="TextBox 7">
            <a:extLst>
              <a:ext uri="{FF2B5EF4-FFF2-40B4-BE49-F238E27FC236}">
                <a16:creationId xmlns="" xmlns:a16="http://schemas.microsoft.com/office/drawing/2014/main" id="{27164207-61AF-2B4A-9DE2-AB045C7A13C2}"/>
              </a:ext>
            </a:extLst>
          </p:cNvPr>
          <p:cNvSpPr txBox="1"/>
          <p:nvPr/>
        </p:nvSpPr>
        <p:spPr>
          <a:xfrm>
            <a:off x="425324" y="1110083"/>
            <a:ext cx="7133716" cy="120032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b="1" dirty="0" smtClean="0"/>
              <a:t>Fine-tuning</a:t>
            </a:r>
            <a:r>
              <a:rPr lang="en-US" dirty="0" smtClean="0"/>
              <a:t> is a machine learning technique that customizes a </a:t>
            </a:r>
            <a:r>
              <a:rPr lang="en-US" dirty="0" err="1" smtClean="0"/>
              <a:t>pretrained</a:t>
            </a:r>
            <a:r>
              <a:rPr lang="en-US" dirty="0" smtClean="0"/>
              <a:t> Large Language Model (LLM) for specific tasks or domains by continuing the training process with a smaller, task-specific dataset.</a:t>
            </a:r>
            <a:endParaRPr lang="en-IN" dirty="0"/>
          </a:p>
        </p:txBody>
      </p:sp>
      <p:sp>
        <p:nvSpPr>
          <p:cNvPr id="6" name="TextBox 5">
            <a:extLst>
              <a:ext uri="{FF2B5EF4-FFF2-40B4-BE49-F238E27FC236}">
                <a16:creationId xmlns="" xmlns:a16="http://schemas.microsoft.com/office/drawing/2014/main" id="{27164207-61AF-2B4A-9DE2-AB045C7A13C2}"/>
              </a:ext>
            </a:extLst>
          </p:cNvPr>
          <p:cNvSpPr txBox="1"/>
          <p:nvPr/>
        </p:nvSpPr>
        <p:spPr>
          <a:xfrm>
            <a:off x="2635124" y="2908403"/>
            <a:ext cx="7027036"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smtClean="0"/>
              <a:t>Fine-tuning addresses the gap between a model's </a:t>
            </a:r>
            <a:r>
              <a:rPr lang="en-US" b="1" dirty="0" smtClean="0"/>
              <a:t>general-purpose </a:t>
            </a:r>
            <a:r>
              <a:rPr lang="en-US" dirty="0" smtClean="0"/>
              <a:t>capabilities and the specialized performance you need. </a:t>
            </a:r>
            <a:endParaRPr lang="en-IN" dirty="0"/>
          </a:p>
        </p:txBody>
      </p:sp>
    </p:spTree>
    <p:extLst>
      <p:ext uri="{BB962C8B-B14F-4D97-AF65-F5344CB8AC3E}">
        <p14:creationId xmlns="" xmlns:p14="http://schemas.microsoft.com/office/powerpoint/2010/main" val="677804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1520" y="1261745"/>
            <a:ext cx="10317480" cy="4529455"/>
          </a:xfrm>
        </p:spPr>
        <p:txBody>
          <a:bodyPr>
            <a:normAutofit/>
          </a:bodyPr>
          <a:lstStyle/>
          <a:p>
            <a:pPr>
              <a:lnSpc>
                <a:spcPct val="150000"/>
              </a:lnSpc>
            </a:pPr>
            <a:r>
              <a:rPr lang="en-US" sz="1500" dirty="0" smtClean="0"/>
              <a:t>Fine-tuning uses the concept of transfer learning, which means taking knowledge learned from one task and applying it to a related task. This approach leverages a model that has already learned useful representations and adapts it to a new task. The process involves several key steps:</a:t>
            </a:r>
            <a:endParaRPr lang="en-US" sz="1500" b="1" dirty="0" smtClean="0"/>
          </a:p>
          <a:p>
            <a:pPr>
              <a:lnSpc>
                <a:spcPct val="150000"/>
              </a:lnSpc>
            </a:pPr>
            <a:r>
              <a:rPr lang="en-US" b="1" dirty="0" smtClean="0"/>
              <a:t>Start </a:t>
            </a:r>
            <a:r>
              <a:rPr lang="en-US" b="1" dirty="0" smtClean="0"/>
              <a:t>with a foundation </a:t>
            </a:r>
            <a:r>
              <a:rPr lang="en-US" b="1" dirty="0" smtClean="0"/>
              <a:t>model</a:t>
            </a:r>
            <a:endParaRPr lang="en-US" dirty="0" smtClean="0"/>
          </a:p>
          <a:p>
            <a:pPr>
              <a:lnSpc>
                <a:spcPct val="150000"/>
              </a:lnSpc>
            </a:pPr>
            <a:r>
              <a:rPr lang="en-US" b="1" dirty="0" smtClean="0"/>
              <a:t>Prepare your training </a:t>
            </a:r>
            <a:r>
              <a:rPr lang="en-US" b="1" dirty="0" smtClean="0"/>
              <a:t>data</a:t>
            </a:r>
            <a:endParaRPr lang="en-US" dirty="0" smtClean="0"/>
          </a:p>
          <a:p>
            <a:pPr>
              <a:lnSpc>
                <a:spcPct val="150000"/>
              </a:lnSpc>
            </a:pPr>
            <a:r>
              <a:rPr lang="en-US" b="1" dirty="0" smtClean="0"/>
              <a:t>Continue </a:t>
            </a:r>
            <a:r>
              <a:rPr lang="en-US" b="1" dirty="0" smtClean="0"/>
              <a:t>training</a:t>
            </a:r>
            <a:endParaRPr lang="en-US" dirty="0" smtClean="0"/>
          </a:p>
          <a:p>
            <a:pPr>
              <a:lnSpc>
                <a:spcPct val="150000"/>
              </a:lnSpc>
            </a:pPr>
            <a:r>
              <a:rPr lang="en-US" b="1" dirty="0" smtClean="0"/>
              <a:t>Optimize for your task</a:t>
            </a:r>
            <a:endParaRPr lang="en-US" dirty="0"/>
          </a:p>
        </p:txBody>
      </p:sp>
      <p:sp>
        <p:nvSpPr>
          <p:cNvPr id="5" name="Title 1">
            <a:extLst>
              <a:ext uri="{FF2B5EF4-FFF2-40B4-BE49-F238E27FC236}">
                <a16:creationId xmlns="" xmlns:a16="http://schemas.microsoft.com/office/drawing/2014/main" id="{15EAFB76-4B16-AF9A-068A-3C49EBA88F85}"/>
              </a:ext>
            </a:extLst>
          </p:cNvPr>
          <p:cNvSpPr>
            <a:spLocks noGrp="1"/>
          </p:cNvSpPr>
          <p:nvPr>
            <p:ph type="title"/>
          </p:nvPr>
        </p:nvSpPr>
        <p:spPr>
          <a:xfrm>
            <a:off x="914400" y="0"/>
            <a:ext cx="10515600" cy="1146402"/>
          </a:xfrm>
        </p:spPr>
        <p:txBody>
          <a:bodyPr/>
          <a:lstStyle/>
          <a:p>
            <a:r>
              <a:rPr lang="en-US" b="1" dirty="0" smtClean="0"/>
              <a:t>Understand the fine-tuning process</a:t>
            </a:r>
            <a:endParaRPr lang="en-US" b="1" dirty="0"/>
          </a:p>
        </p:txBody>
      </p:sp>
    </p:spTree>
    <p:extLst>
      <p:ext uri="{BB962C8B-B14F-4D97-AF65-F5344CB8AC3E}">
        <p14:creationId xmlns="" xmlns:p14="http://schemas.microsoft.com/office/powerpoint/2010/main" val="2220962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5EAFB76-4B16-AF9A-068A-3C49EBA88F85}"/>
              </a:ext>
            </a:extLst>
          </p:cNvPr>
          <p:cNvSpPr>
            <a:spLocks noGrp="1"/>
          </p:cNvSpPr>
          <p:nvPr>
            <p:ph type="title"/>
          </p:nvPr>
        </p:nvSpPr>
        <p:spPr>
          <a:xfrm>
            <a:off x="716280" y="182880"/>
            <a:ext cx="9403080" cy="963522"/>
          </a:xfrm>
        </p:spPr>
        <p:txBody>
          <a:bodyPr/>
          <a:lstStyle/>
          <a:p>
            <a:r>
              <a:rPr lang="en-US" b="1" dirty="0" smtClean="0"/>
              <a:t>Prepare your data</a:t>
            </a:r>
            <a:endParaRPr lang="en-US" b="1" dirty="0"/>
          </a:p>
        </p:txBody>
      </p:sp>
      <p:sp>
        <p:nvSpPr>
          <p:cNvPr id="4" name="TextBox 3">
            <a:extLst>
              <a:ext uri="{FF2B5EF4-FFF2-40B4-BE49-F238E27FC236}">
                <a16:creationId xmlns="" xmlns:a16="http://schemas.microsoft.com/office/drawing/2014/main" id="{841EEE3D-6F6B-BF5C-B4CC-A24F49B5C68A}"/>
              </a:ext>
            </a:extLst>
          </p:cNvPr>
          <p:cNvSpPr txBox="1"/>
          <p:nvPr/>
        </p:nvSpPr>
        <p:spPr>
          <a:xfrm>
            <a:off x="775062" y="4445215"/>
            <a:ext cx="10624457" cy="92333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smtClean="0"/>
              <a:t>Tools like </a:t>
            </a:r>
            <a:r>
              <a:rPr lang="en-US" b="1" dirty="0" err="1" smtClean="0"/>
              <a:t>LangChain</a:t>
            </a:r>
            <a:r>
              <a:rPr lang="en-US" dirty="0" smtClean="0"/>
              <a:t> and </a:t>
            </a:r>
            <a:r>
              <a:rPr lang="en-US" b="1" dirty="0" err="1" smtClean="0"/>
              <a:t>LlamaIndex</a:t>
            </a:r>
            <a:r>
              <a:rPr lang="en-US" dirty="0" smtClean="0"/>
              <a:t> allow for the creation of chains, which are sequences of operations that process and transform data through various stages. By using LLMs at different points within these chains, you can achieve sophisticated data processing and transformation capabilities.</a:t>
            </a:r>
            <a:endParaRPr lang="en-US" dirty="0"/>
          </a:p>
        </p:txBody>
      </p:sp>
      <p:sp>
        <p:nvSpPr>
          <p:cNvPr id="8" name="TextBox 7">
            <a:extLst>
              <a:ext uri="{FF2B5EF4-FFF2-40B4-BE49-F238E27FC236}">
                <a16:creationId xmlns="" xmlns:a16="http://schemas.microsoft.com/office/drawing/2014/main" id="{27164207-61AF-2B4A-9DE2-AB045C7A13C2}"/>
              </a:ext>
            </a:extLst>
          </p:cNvPr>
          <p:cNvSpPr txBox="1"/>
          <p:nvPr/>
        </p:nvSpPr>
        <p:spPr>
          <a:xfrm>
            <a:off x="745364" y="1414883"/>
            <a:ext cx="5960236" cy="258532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en-US" dirty="0" smtClean="0"/>
              <a:t>Include the following key elements in your dataset:</a:t>
            </a:r>
          </a:p>
          <a:p>
            <a:pPr>
              <a:lnSpc>
                <a:spcPct val="150000"/>
              </a:lnSpc>
              <a:buFont typeface="Wingdings" pitchFamily="2" charset="2"/>
              <a:buChar char="ü"/>
            </a:pPr>
            <a:r>
              <a:rPr lang="en-US" b="1" dirty="0" smtClean="0"/>
              <a:t>Prompts and </a:t>
            </a:r>
            <a:r>
              <a:rPr lang="en-US" b="1" dirty="0" smtClean="0"/>
              <a:t>responses</a:t>
            </a:r>
            <a:endParaRPr lang="en-US" dirty="0" smtClean="0"/>
          </a:p>
          <a:p>
            <a:pPr>
              <a:lnSpc>
                <a:spcPct val="150000"/>
              </a:lnSpc>
              <a:buFont typeface="Wingdings" pitchFamily="2" charset="2"/>
              <a:buChar char="ü"/>
            </a:pPr>
            <a:r>
              <a:rPr lang="en-US" b="1" dirty="0" smtClean="0"/>
              <a:t>Contextual </a:t>
            </a:r>
            <a:r>
              <a:rPr lang="en-US" b="1" dirty="0" smtClean="0"/>
              <a:t>information</a:t>
            </a:r>
            <a:endParaRPr lang="en-US" dirty="0" smtClean="0"/>
          </a:p>
          <a:p>
            <a:pPr>
              <a:lnSpc>
                <a:spcPct val="150000"/>
              </a:lnSpc>
              <a:buFont typeface="Wingdings" pitchFamily="2" charset="2"/>
              <a:buChar char="ü"/>
            </a:pPr>
            <a:r>
              <a:rPr lang="en-US" b="1" dirty="0" smtClean="0"/>
              <a:t>Diverse </a:t>
            </a:r>
            <a:r>
              <a:rPr lang="en-US" b="1" dirty="0" smtClean="0"/>
              <a:t>examples</a:t>
            </a:r>
            <a:endParaRPr lang="en-US" dirty="0" smtClean="0"/>
          </a:p>
          <a:p>
            <a:pPr>
              <a:lnSpc>
                <a:spcPct val="150000"/>
              </a:lnSpc>
              <a:buFont typeface="Wingdings" pitchFamily="2" charset="2"/>
              <a:buChar char="ü"/>
            </a:pPr>
            <a:r>
              <a:rPr lang="en-US" b="1" dirty="0" smtClean="0"/>
              <a:t>Human-generated responses</a:t>
            </a:r>
            <a:endParaRPr lang="en-US" dirty="0" smtClean="0"/>
          </a:p>
          <a:p>
            <a:pPr>
              <a:lnSpc>
                <a:spcPct val="150000"/>
              </a:lnSpc>
            </a:pPr>
            <a:endParaRPr lang="en-US" dirty="0"/>
          </a:p>
        </p:txBody>
      </p:sp>
    </p:spTree>
    <p:extLst>
      <p:ext uri="{BB962C8B-B14F-4D97-AF65-F5344CB8AC3E}">
        <p14:creationId xmlns="" xmlns:p14="http://schemas.microsoft.com/office/powerpoint/2010/main" val="677804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5EAFB76-4B16-AF9A-068A-3C49EBA88F85}"/>
              </a:ext>
            </a:extLst>
          </p:cNvPr>
          <p:cNvSpPr>
            <a:spLocks noGrp="1"/>
          </p:cNvSpPr>
          <p:nvPr>
            <p:ph type="title"/>
          </p:nvPr>
        </p:nvSpPr>
        <p:spPr>
          <a:xfrm>
            <a:off x="518160" y="0"/>
            <a:ext cx="11277600" cy="1325563"/>
          </a:xfrm>
        </p:spPr>
        <p:txBody>
          <a:bodyPr/>
          <a:lstStyle/>
          <a:p>
            <a:r>
              <a:rPr lang="en-US" b="1" dirty="0" smtClean="0"/>
              <a:t>Fine tuning on </a:t>
            </a:r>
            <a:r>
              <a:rPr lang="en-US" b="1" dirty="0" err="1" smtClean="0"/>
              <a:t>Databricks</a:t>
            </a:r>
            <a:r>
              <a:rPr lang="en-US" b="1" dirty="0" smtClean="0"/>
              <a:t>:</a:t>
            </a:r>
            <a:endParaRPr lang="en-US" b="1" dirty="0"/>
          </a:p>
        </p:txBody>
      </p:sp>
      <p:sp>
        <p:nvSpPr>
          <p:cNvPr id="4" name="TextBox 3">
            <a:extLst>
              <a:ext uri="{FF2B5EF4-FFF2-40B4-BE49-F238E27FC236}">
                <a16:creationId xmlns="" xmlns:a16="http://schemas.microsoft.com/office/drawing/2014/main" id="{841EEE3D-6F6B-BF5C-B4CC-A24F49B5C68A}"/>
              </a:ext>
            </a:extLst>
          </p:cNvPr>
          <p:cNvSpPr txBox="1"/>
          <p:nvPr/>
        </p:nvSpPr>
        <p:spPr>
          <a:xfrm>
            <a:off x="455023" y="3104095"/>
            <a:ext cx="5900057" cy="12875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nSpc>
                <a:spcPct val="150000"/>
              </a:lnSpc>
            </a:pPr>
            <a:r>
              <a:rPr lang="en-US" dirty="0" smtClean="0"/>
              <a:t>Collecting and preparing domain-specific </a:t>
            </a:r>
            <a:r>
              <a:rPr lang="en-US" dirty="0" smtClean="0"/>
              <a:t>datasets is </a:t>
            </a:r>
            <a:r>
              <a:rPr lang="en-US" b="1" dirty="0" smtClean="0"/>
              <a:t>a key step in fine-tuning a large language model using Azure </a:t>
            </a:r>
            <a:r>
              <a:rPr lang="en-US" b="1" dirty="0" err="1" smtClean="0"/>
              <a:t>OpenAI</a:t>
            </a:r>
            <a:r>
              <a:rPr lang="en-US" b="1" dirty="0" smtClean="0"/>
              <a:t> within Azure </a:t>
            </a:r>
            <a:r>
              <a:rPr lang="en-US" b="1" dirty="0" err="1" smtClean="0"/>
              <a:t>Databricks</a:t>
            </a:r>
            <a:endParaRPr lang="en-US" dirty="0"/>
          </a:p>
        </p:txBody>
      </p:sp>
      <p:sp>
        <p:nvSpPr>
          <p:cNvPr id="8" name="TextBox 7">
            <a:extLst>
              <a:ext uri="{FF2B5EF4-FFF2-40B4-BE49-F238E27FC236}">
                <a16:creationId xmlns="" xmlns:a16="http://schemas.microsoft.com/office/drawing/2014/main" id="{27164207-61AF-2B4A-9DE2-AB045C7A13C2}"/>
              </a:ext>
            </a:extLst>
          </p:cNvPr>
          <p:cNvSpPr txBox="1"/>
          <p:nvPr/>
        </p:nvSpPr>
        <p:spPr>
          <a:xfrm>
            <a:off x="3549524" y="1369163"/>
            <a:ext cx="7697596" cy="133882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en-US" b="1" dirty="0" smtClean="0"/>
              <a:t>Primary </a:t>
            </a:r>
            <a:r>
              <a:rPr lang="en-US" b="1" dirty="0" smtClean="0"/>
              <a:t>benefit of using Azure </a:t>
            </a:r>
            <a:r>
              <a:rPr lang="en-US" b="1" dirty="0" err="1" smtClean="0"/>
              <a:t>Databricks</a:t>
            </a:r>
            <a:r>
              <a:rPr lang="en-US" b="1" dirty="0" smtClean="0"/>
              <a:t> for fine-tuning large language </a:t>
            </a:r>
            <a:r>
              <a:rPr lang="en-US" b="1" dirty="0" smtClean="0"/>
              <a:t>models is to </a:t>
            </a:r>
            <a:r>
              <a:rPr lang="en-US" dirty="0" smtClean="0"/>
              <a:t>distributed </a:t>
            </a:r>
            <a:r>
              <a:rPr lang="en-US" dirty="0" smtClean="0"/>
              <a:t>computing capabilities for handling large-scale data.</a:t>
            </a:r>
            <a:r>
              <a:rPr lang="en-US" b="1" dirty="0" smtClean="0"/>
              <a:t> </a:t>
            </a:r>
            <a:endParaRPr lang="en-IN" dirty="0"/>
          </a:p>
        </p:txBody>
      </p:sp>
      <p:sp>
        <p:nvSpPr>
          <p:cNvPr id="5" name="TextBox 4">
            <a:extLst>
              <a:ext uri="{FF2B5EF4-FFF2-40B4-BE49-F238E27FC236}">
                <a16:creationId xmlns="" xmlns:a16="http://schemas.microsoft.com/office/drawing/2014/main" id="{841EEE3D-6F6B-BF5C-B4CC-A24F49B5C68A}"/>
              </a:ext>
            </a:extLst>
          </p:cNvPr>
          <p:cNvSpPr txBox="1"/>
          <p:nvPr/>
        </p:nvSpPr>
        <p:spPr>
          <a:xfrm>
            <a:off x="378822" y="4765255"/>
            <a:ext cx="11142618" cy="170303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nSpc>
                <a:spcPct val="150000"/>
              </a:lnSpc>
            </a:pPr>
            <a:r>
              <a:rPr lang="en-US" b="1" dirty="0" smtClean="0"/>
              <a:t>Question: What </a:t>
            </a:r>
            <a:r>
              <a:rPr lang="en-US" b="1" dirty="0" smtClean="0"/>
              <a:t>role does the 'learning rate' parameter play during the fine-tuning process in Azure </a:t>
            </a:r>
            <a:r>
              <a:rPr lang="en-US" b="1" dirty="0" err="1" smtClean="0"/>
              <a:t>Databricks</a:t>
            </a:r>
            <a:r>
              <a:rPr lang="en-US" b="1" dirty="0" smtClean="0"/>
              <a:t>?</a:t>
            </a:r>
          </a:p>
          <a:p>
            <a:pPr>
              <a:lnSpc>
                <a:spcPct val="150000"/>
              </a:lnSpc>
            </a:pPr>
            <a:endParaRPr lang="en-US" dirty="0" smtClean="0"/>
          </a:p>
          <a:p>
            <a:pPr>
              <a:lnSpc>
                <a:spcPct val="150000"/>
              </a:lnSpc>
            </a:pPr>
            <a:r>
              <a:rPr lang="en-US" dirty="0" smtClean="0"/>
              <a:t>Answer: It </a:t>
            </a:r>
            <a:r>
              <a:rPr lang="en-US" dirty="0" smtClean="0"/>
              <a:t>controls the step size for weight updates during training</a:t>
            </a:r>
            <a:endParaRPr lang="en-US" dirty="0"/>
          </a:p>
        </p:txBody>
      </p:sp>
    </p:spTree>
    <p:extLst>
      <p:ext uri="{BB962C8B-B14F-4D97-AF65-F5344CB8AC3E}">
        <p14:creationId xmlns="" xmlns:p14="http://schemas.microsoft.com/office/powerpoint/2010/main" val="677804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Resource:</a:t>
            </a:r>
            <a:endParaRPr lang="en-US" b="1" dirty="0"/>
          </a:p>
        </p:txBody>
      </p:sp>
      <p:sp>
        <p:nvSpPr>
          <p:cNvPr id="3" name="Content Placeholder 2"/>
          <p:cNvSpPr>
            <a:spLocks noGrp="1"/>
          </p:cNvSpPr>
          <p:nvPr>
            <p:ph idx="1"/>
          </p:nvPr>
        </p:nvSpPr>
        <p:spPr>
          <a:xfrm>
            <a:off x="838200" y="1825625"/>
            <a:ext cx="10515600" cy="2136775"/>
          </a:xfrm>
        </p:spPr>
        <p:txBody>
          <a:bodyPr/>
          <a:lstStyle/>
          <a:p>
            <a:r>
              <a:rPr lang="en-US" dirty="0" smtClean="0"/>
              <a:t>Exercise </a:t>
            </a:r>
            <a:r>
              <a:rPr lang="en-US" dirty="0" smtClean="0"/>
              <a:t>- </a:t>
            </a:r>
            <a:r>
              <a:rPr lang="en-US" dirty="0" smtClean="0"/>
              <a:t>Fine-Tune </a:t>
            </a:r>
            <a:r>
              <a:rPr lang="en-US" dirty="0" smtClean="0"/>
              <a:t>Language Models with Azure </a:t>
            </a:r>
            <a:r>
              <a:rPr lang="en-US" dirty="0" err="1" smtClean="0"/>
              <a:t>Databricks</a:t>
            </a:r>
            <a:r>
              <a:rPr lang="en-US" dirty="0" smtClean="0"/>
              <a:t> - Training | Microsoft </a:t>
            </a:r>
            <a:r>
              <a:rPr lang="en-US" dirty="0" smtClean="0"/>
              <a:t>Learn</a:t>
            </a:r>
          </a:p>
          <a:p>
            <a:r>
              <a:rPr lang="en-US" dirty="0" smtClean="0">
                <a:hlinkClick r:id="rId2"/>
              </a:rPr>
              <a:t>https://learn.microsoft.com/en-us/training/modules/fine-tune-azure-databricks</a:t>
            </a:r>
            <a:r>
              <a:rPr lang="en-US" dirty="0" smtClean="0">
                <a:hlinkClick r:id="rId2"/>
              </a:rPr>
              <a:t>/</a:t>
            </a:r>
            <a:endParaRPr lang="en-US" dirty="0" smtClean="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359</Words>
  <Application>Microsoft Office PowerPoint</Application>
  <PresentationFormat>Custom</PresentationFormat>
  <Paragraphs>28</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Fine-tune language models with Azure Databricks </vt:lpstr>
      <vt:lpstr>What is fine-tuning?</vt:lpstr>
      <vt:lpstr>Understand the fine-tuning process</vt:lpstr>
      <vt:lpstr>Prepare your data</vt:lpstr>
      <vt:lpstr>Fine tuning on Databricks:</vt:lpstr>
      <vt:lpstr>Resource:</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AI</dc:title>
  <dc:creator>Prabhjot Singh Bakshi</dc:creator>
  <cp:lastModifiedBy>hp</cp:lastModifiedBy>
  <cp:revision>10</cp:revision>
  <dcterms:created xsi:type="dcterms:W3CDTF">2024-12-06T13:46:05Z</dcterms:created>
  <dcterms:modified xsi:type="dcterms:W3CDTF">2025-08-19T08:58:39Z</dcterms:modified>
</cp:coreProperties>
</file>