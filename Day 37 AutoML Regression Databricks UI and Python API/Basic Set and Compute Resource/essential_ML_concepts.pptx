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2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D4B488-BF5B-4F82-8EB9-2E3B644B984D}" v="12" dt="2024-12-05T07:44:04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jot Singh Bakshi" userId="2bc06dbbe72a50e9" providerId="LiveId" clId="{47D4B488-BF5B-4F82-8EB9-2E3B644B984D}"/>
    <pc:docChg chg="undo custSel addSld modSld">
      <pc:chgData name="Prabhjot Singh Bakshi" userId="2bc06dbbe72a50e9" providerId="LiveId" clId="{47D4B488-BF5B-4F82-8EB9-2E3B644B984D}" dt="2024-12-05T07:44:04.809" v="65" actId="1076"/>
      <pc:docMkLst>
        <pc:docMk/>
      </pc:docMkLst>
      <pc:sldChg chg="addSp delSp modSp new mod setBg">
        <pc:chgData name="Prabhjot Singh Bakshi" userId="2bc06dbbe72a50e9" providerId="LiveId" clId="{47D4B488-BF5B-4F82-8EB9-2E3B644B984D}" dt="2024-12-05T06:53:36.516" v="10" actId="1076"/>
        <pc:sldMkLst>
          <pc:docMk/>
          <pc:sldMk cId="3661563117" sldId="262"/>
        </pc:sldMkLst>
        <pc:spChg chg="del mod">
          <ac:chgData name="Prabhjot Singh Bakshi" userId="2bc06dbbe72a50e9" providerId="LiveId" clId="{47D4B488-BF5B-4F82-8EB9-2E3B644B984D}" dt="2024-12-05T06:53:28.274" v="4" actId="478"/>
          <ac:spMkLst>
            <pc:docMk/>
            <pc:sldMk cId="3661563117" sldId="262"/>
            <ac:spMk id="2" creationId="{0EDBB516-5D13-0680-A56F-ADB414D9C659}"/>
          </ac:spMkLst>
        </pc:spChg>
        <pc:spChg chg="del">
          <ac:chgData name="Prabhjot Singh Bakshi" userId="2bc06dbbe72a50e9" providerId="LiveId" clId="{47D4B488-BF5B-4F82-8EB9-2E3B644B984D}" dt="2024-12-05T06:53:25.976" v="1"/>
          <ac:spMkLst>
            <pc:docMk/>
            <pc:sldMk cId="3661563117" sldId="262"/>
            <ac:spMk id="3" creationId="{C02EF5E0-37A1-C60C-6B8F-29E5CBA85D4E}"/>
          </ac:spMkLst>
        </pc:spChg>
        <pc:spChg chg="add del">
          <ac:chgData name="Prabhjot Singh Bakshi" userId="2bc06dbbe72a50e9" providerId="LiveId" clId="{47D4B488-BF5B-4F82-8EB9-2E3B644B984D}" dt="2024-12-05T06:53:32.159" v="6" actId="26606"/>
          <ac:spMkLst>
            <pc:docMk/>
            <pc:sldMk cId="3661563117" sldId="262"/>
            <ac:spMk id="10" creationId="{32BC26D8-82FB-445E-AA49-62A77D7C1EE0}"/>
          </ac:spMkLst>
        </pc:spChg>
        <pc:spChg chg="add del">
          <ac:chgData name="Prabhjot Singh Bakshi" userId="2bc06dbbe72a50e9" providerId="LiveId" clId="{47D4B488-BF5B-4F82-8EB9-2E3B644B984D}" dt="2024-12-05T06:53:32.159" v="6" actId="26606"/>
          <ac:spMkLst>
            <pc:docMk/>
            <pc:sldMk cId="3661563117" sldId="262"/>
            <ac:spMk id="12" creationId="{CB44330D-EA18-4254-AA95-EB49948539B8}"/>
          </ac:spMkLst>
        </pc:spChg>
        <pc:picChg chg="add mod">
          <ac:chgData name="Prabhjot Singh Bakshi" userId="2bc06dbbe72a50e9" providerId="LiveId" clId="{47D4B488-BF5B-4F82-8EB9-2E3B644B984D}" dt="2024-12-05T06:53:36.516" v="10" actId="1076"/>
          <ac:picMkLst>
            <pc:docMk/>
            <pc:sldMk cId="3661563117" sldId="262"/>
            <ac:picMk id="5" creationId="{0440E681-43A2-C734-BC54-A75F4C71E660}"/>
          </ac:picMkLst>
        </pc:picChg>
      </pc:sldChg>
      <pc:sldChg chg="addSp delSp modSp new mod">
        <pc:chgData name="Prabhjot Singh Bakshi" userId="2bc06dbbe72a50e9" providerId="LiveId" clId="{47D4B488-BF5B-4F82-8EB9-2E3B644B984D}" dt="2024-12-05T06:55:21.511" v="57" actId="14100"/>
        <pc:sldMkLst>
          <pc:docMk/>
          <pc:sldMk cId="1395628887" sldId="263"/>
        </pc:sldMkLst>
        <pc:spChg chg="mod">
          <ac:chgData name="Prabhjot Singh Bakshi" userId="2bc06dbbe72a50e9" providerId="LiveId" clId="{47D4B488-BF5B-4F82-8EB9-2E3B644B984D}" dt="2024-12-05T06:55:17.141" v="54" actId="1076"/>
          <ac:spMkLst>
            <pc:docMk/>
            <pc:sldMk cId="1395628887" sldId="263"/>
            <ac:spMk id="2" creationId="{5C6C31E2-064A-5F89-7D14-9F4B5C66360F}"/>
          </ac:spMkLst>
        </pc:spChg>
        <pc:spChg chg="del">
          <ac:chgData name="Prabhjot Singh Bakshi" userId="2bc06dbbe72a50e9" providerId="LiveId" clId="{47D4B488-BF5B-4F82-8EB9-2E3B644B984D}" dt="2024-12-05T06:55:11.272" v="52"/>
          <ac:spMkLst>
            <pc:docMk/>
            <pc:sldMk cId="1395628887" sldId="263"/>
            <ac:spMk id="3" creationId="{37B0405E-A43F-0832-26C2-AADF9CECBC27}"/>
          </ac:spMkLst>
        </pc:spChg>
        <pc:picChg chg="add mod">
          <ac:chgData name="Prabhjot Singh Bakshi" userId="2bc06dbbe72a50e9" providerId="LiveId" clId="{47D4B488-BF5B-4F82-8EB9-2E3B644B984D}" dt="2024-12-05T06:55:21.511" v="57" actId="14100"/>
          <ac:picMkLst>
            <pc:docMk/>
            <pc:sldMk cId="1395628887" sldId="263"/>
            <ac:picMk id="3074" creationId="{D16E9A25-4F96-3741-B06F-5DFF5461A695}"/>
          </ac:picMkLst>
        </pc:picChg>
      </pc:sldChg>
      <pc:sldChg chg="addSp delSp modSp new mod setBg">
        <pc:chgData name="Prabhjot Singh Bakshi" userId="2bc06dbbe72a50e9" providerId="LiveId" clId="{47D4B488-BF5B-4F82-8EB9-2E3B644B984D}" dt="2024-12-05T07:44:04.809" v="65" actId="1076"/>
        <pc:sldMkLst>
          <pc:docMk/>
          <pc:sldMk cId="2506321839" sldId="264"/>
        </pc:sldMkLst>
        <pc:spChg chg="del">
          <ac:chgData name="Prabhjot Singh Bakshi" userId="2bc06dbbe72a50e9" providerId="LiveId" clId="{47D4B488-BF5B-4F82-8EB9-2E3B644B984D}" dt="2024-12-05T07:43:56.375" v="60" actId="26606"/>
          <ac:spMkLst>
            <pc:docMk/>
            <pc:sldMk cId="2506321839" sldId="264"/>
            <ac:spMk id="2" creationId="{214B9169-2D7E-31D4-66FD-E76983384641}"/>
          </ac:spMkLst>
        </pc:spChg>
        <pc:spChg chg="del">
          <ac:chgData name="Prabhjot Singh Bakshi" userId="2bc06dbbe72a50e9" providerId="LiveId" clId="{47D4B488-BF5B-4F82-8EB9-2E3B644B984D}" dt="2024-12-05T07:43:54.364" v="59"/>
          <ac:spMkLst>
            <pc:docMk/>
            <pc:sldMk cId="2506321839" sldId="264"/>
            <ac:spMk id="3" creationId="{2A0F133E-F732-3902-B24D-D967A97C4FF6}"/>
          </ac:spMkLst>
        </pc:spChg>
        <pc:picChg chg="add mod">
          <ac:chgData name="Prabhjot Singh Bakshi" userId="2bc06dbbe72a50e9" providerId="LiveId" clId="{47D4B488-BF5B-4F82-8EB9-2E3B644B984D}" dt="2024-12-05T07:44:04.809" v="65" actId="1076"/>
          <ac:picMkLst>
            <pc:docMk/>
            <pc:sldMk cId="2506321839" sldId="264"/>
            <ac:picMk id="1026" creationId="{0FAEA5FF-1E65-A798-2B34-ABBC3E884C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C8A5-4FD4-8ABF-CBB4-3F56B3301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58603-9876-C765-02C9-5634A3091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6358C-9C56-F57E-5FD5-AC0F3D57A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E294D-EAD3-C0E2-03A2-90BD5B635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04CCA-2FD1-7BE1-2BCE-1D2F962D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68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3008-12F9-B382-E429-79816DA5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76382-B6A5-A010-4E60-899BEBF9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8B7D1-27B1-3CCE-2CC3-76773E43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643E1-B140-FE54-C101-DB7A342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E8B33-3C04-3338-3F64-D2B4ADD4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14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2C95-F914-7CA7-8C0C-E1757467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CE3FD-0487-2063-F738-956252BE1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B835B-4FD1-D348-7495-ED2E0262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75459-CE0A-B385-B1B2-B62C8FAD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D68D-4341-7974-4A9A-75FD7074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66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7DAD-DA08-E9A7-6138-E2C42327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581EB-BD65-DC68-28BE-8BFA5FE06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F857F-3124-43EB-2F39-E0BB83A4A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9DFBA-52DB-70C8-3D67-E7C47BCB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E33B5-7F26-E068-AA77-85219BB97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077BD-B0F1-9A87-F214-DDCBD2F3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771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3F49-C1ED-BF6D-EF47-7F36E12E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9D4D5-3C89-5269-B89F-2935A8AF3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52E70-4808-1A52-0042-BCBE51DEC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5FAC0-2C99-284C-65A7-0BD78810A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6E88F-7F56-ED72-0A79-5B1D48E4C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895D9-6F3C-543A-BFCC-3AAC6037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70CDE-3BB5-B8EF-9E77-B35A1FE4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93DF2-4FC1-032E-9196-DD6FDC7A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30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B03A-9888-532A-F88E-55573E9C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45B20-A3F7-5896-0506-8E26B6BC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971A9-EA11-9078-A2B6-3216187C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84917-A09A-E745-E876-06B1F3A7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941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DFB19-9F25-9075-7204-9CAC28E9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C9B98-D74F-C89A-DAD3-8FF13EE6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A7618-8370-B52A-8486-B61379D7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41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0A6-BC70-6CD4-A776-0D035D95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4ACC9-3651-45E8-A421-434DBD909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A012F-E8D0-2F82-6792-07C47170E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93614-7F8F-35F4-0B10-82BB0AF0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E8797-F1DF-E2C2-FE28-F54B9C9C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D54B6-4B7A-8493-E7D2-511EDA54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62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49BB5-5689-A8CD-FDC4-F0F655D9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6B779-C6B2-C42F-B157-A4C9A35B2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A4851-93E1-04E7-DFFE-D92B14CA9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E016E-2B8F-F076-5FBE-B4DA44E1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302C-EE42-F42F-562E-0F6D3C40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6B735-6CA7-4074-87DA-A5DDB4F9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1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3FB2-F931-E575-3866-33E3CB2A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0F0CB-262A-47D2-99C6-751C63148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2F56E-36E8-40F6-577B-6A3DDBA1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C8B8-FB17-E081-214A-BD9C9E02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B6B65-09ED-6AFC-4755-8156CB3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05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656CA-9950-39B3-EAE4-D517F7BAD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6281A-AD73-7D00-6279-437CBFDFD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71081-56CA-A7B5-328E-42894DC9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5AD2F-E8B7-95CD-06BF-085220BC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C4292-D2D2-82CF-DC3D-76D2C625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2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7E2DB4-7F75-03CE-2190-D40CFC9E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BD985-8B57-97EC-F82E-FDEFC770A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13B-94D8-F1B0-F7CA-9C0C02FB4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4290C-E36F-4B54-9CD3-F5239DAF6FBE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401FE-44F0-903D-11E3-C681BAE30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99E63-BE5D-DCE8-59DC-E12E7624B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9D930-42F3-477B-B124-94D7035044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6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8BD5-FDC7-F73B-7ECF-D897308C3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Important ML Concepts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83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sales and radio and newspaper">
            <a:extLst>
              <a:ext uri="{FF2B5EF4-FFF2-40B4-BE49-F238E27FC236}">
                <a16:creationId xmlns:a16="http://schemas.microsoft.com/office/drawing/2014/main" id="{E1179148-BC51-968E-30B5-CB2B28017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42" y="177442"/>
            <a:ext cx="9159315" cy="65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test&#10;&#10;Description automatically generated">
            <a:extLst>
              <a:ext uri="{FF2B5EF4-FFF2-40B4-BE49-F238E27FC236}">
                <a16:creationId xmlns:a16="http://schemas.microsoft.com/office/drawing/2014/main" id="{D43DEB4A-91BD-8FD9-30CD-F36D453FD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45" y="131233"/>
            <a:ext cx="10510808" cy="659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2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9CD083A-7851-2E8C-55CA-85E40BBA9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56" y="142722"/>
            <a:ext cx="10191881" cy="657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56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asso vs Ridge vs Elastic Net | ML - GeeksforGeeks">
            <a:extLst>
              <a:ext uri="{FF2B5EF4-FFF2-40B4-BE49-F238E27FC236}">
                <a16:creationId xmlns:a16="http://schemas.microsoft.com/office/drawing/2014/main" id="{0FAEA5FF-1E65-A798-2B34-ABBC3E884C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315" y="956911"/>
            <a:ext cx="11913685" cy="494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32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aining and test set performance&#10;&#10;Description automatically generated">
            <a:extLst>
              <a:ext uri="{FF2B5EF4-FFF2-40B4-BE49-F238E27FC236}">
                <a16:creationId xmlns:a16="http://schemas.microsoft.com/office/drawing/2014/main" id="{0440E681-43A2-C734-BC54-A75F4C71E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78" y="251749"/>
            <a:ext cx="11106482" cy="6354501"/>
          </a:xfrm>
        </p:spPr>
      </p:pic>
    </p:spTree>
    <p:extLst>
      <p:ext uri="{BB962C8B-B14F-4D97-AF65-F5344CB8AC3E}">
        <p14:creationId xmlns:p14="http://schemas.microsoft.com/office/powerpoint/2010/main" val="3661563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ross Validation techniques and its applications - AI ML Analytics">
            <a:extLst>
              <a:ext uri="{FF2B5EF4-FFF2-40B4-BE49-F238E27FC236}">
                <a16:creationId xmlns:a16="http://schemas.microsoft.com/office/drawing/2014/main" id="{BE9DC268-AACB-6396-7D46-9D49D8C3B7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9551" y="643467"/>
            <a:ext cx="9132897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76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64D9-AAEE-A3B2-B116-90718AA7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1325563"/>
          </a:xfrm>
        </p:spPr>
        <p:txBody>
          <a:bodyPr/>
          <a:lstStyle/>
          <a:p>
            <a:r>
              <a:rPr lang="en-US" dirty="0"/>
              <a:t>K-Fold Cross Validation (Most common)</a:t>
            </a:r>
            <a:endParaRPr lang="en-IN" dirty="0"/>
          </a:p>
        </p:txBody>
      </p:sp>
      <p:pic>
        <p:nvPicPr>
          <p:cNvPr id="2050" name="Picture 2" descr="Different Types of Cross-Validations in Machine Learning - Analytics Vidhya">
            <a:extLst>
              <a:ext uri="{FF2B5EF4-FFF2-40B4-BE49-F238E27FC236}">
                <a16:creationId xmlns:a16="http://schemas.microsoft.com/office/drawing/2014/main" id="{5AE6E2FD-715F-E248-17C2-0646B6EA61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3" y="1009878"/>
            <a:ext cx="8976516" cy="539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658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514" y="-81189"/>
            <a:ext cx="10515600" cy="1325563"/>
          </a:xfrm>
        </p:spPr>
        <p:txBody>
          <a:bodyPr/>
          <a:lstStyle/>
          <a:p>
            <a:r>
              <a:rPr lang="en-US" dirty="0"/>
              <a:t>Leave-One-Out-Cross-Validation (LOOCV)</a:t>
            </a:r>
            <a:endParaRPr lang="en-IN" dirty="0"/>
          </a:p>
        </p:txBody>
      </p:sp>
      <p:pic>
        <p:nvPicPr>
          <p:cNvPr id="3074" name="Picture 2" descr="12 Leave One Out Cross Validation. | Download Scientific Diagram">
            <a:extLst>
              <a:ext uri="{FF2B5EF4-FFF2-40B4-BE49-F238E27FC236}">
                <a16:creationId xmlns:a16="http://schemas.microsoft.com/office/drawing/2014/main" id="{D16E9A25-4F96-3741-B06F-5DFF5461A6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379" y="1132383"/>
            <a:ext cx="8646818" cy="537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628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Important ML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K-Fold Cross Validation (Most common)</vt:lpstr>
      <vt:lpstr>Leave-One-Out-Cross-Validation (LOOCV)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Singh Bakshi</dc:creator>
  <cp:lastModifiedBy>Prabhjot Singh Bakshi</cp:lastModifiedBy>
  <cp:revision>1</cp:revision>
  <dcterms:created xsi:type="dcterms:W3CDTF">2024-12-05T06:37:39Z</dcterms:created>
  <dcterms:modified xsi:type="dcterms:W3CDTF">2024-12-05T07:44:06Z</dcterms:modified>
</cp:coreProperties>
</file>